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LIL, MOHAMED" userId="b0b60d53-1333-44b6-990f-4d9a70b6455c" providerId="ADAL" clId="{C06BC939-30C4-4263-A533-9B23575931B2}"/>
    <pc:docChg chg="addSld modSld">
      <pc:chgData name="KHALIL, MOHAMED" userId="b0b60d53-1333-44b6-990f-4d9a70b6455c" providerId="ADAL" clId="{C06BC939-30C4-4263-A533-9B23575931B2}" dt="2026-09-10T20:24:40.771" v="29" actId="14100"/>
      <pc:docMkLst>
        <pc:docMk/>
      </pc:docMkLst>
      <pc:sldChg chg="modSp mod">
        <pc:chgData name="KHALIL, MOHAMED" userId="b0b60d53-1333-44b6-990f-4d9a70b6455c" providerId="ADAL" clId="{C06BC939-30C4-4263-A533-9B23575931B2}" dt="2026-09-10T20:17:42.783" v="15" actId="14100"/>
        <pc:sldMkLst>
          <pc:docMk/>
          <pc:sldMk cId="3515972415" sldId="256"/>
        </pc:sldMkLst>
        <pc:picChg chg="mod">
          <ac:chgData name="KHALIL, MOHAMED" userId="b0b60d53-1333-44b6-990f-4d9a70b6455c" providerId="ADAL" clId="{C06BC939-30C4-4263-A533-9B23575931B2}" dt="2026-09-10T20:17:42.783" v="15" actId="14100"/>
          <ac:picMkLst>
            <pc:docMk/>
            <pc:sldMk cId="3515972415" sldId="256"/>
            <ac:picMk id="5" creationId="{1F3DCBC6-5057-5ED8-E618-1E477DBF0B1B}"/>
          </ac:picMkLst>
        </pc:picChg>
      </pc:sldChg>
      <pc:sldChg chg="modSp mod">
        <pc:chgData name="KHALIL, MOHAMED" userId="b0b60d53-1333-44b6-990f-4d9a70b6455c" providerId="ADAL" clId="{C06BC939-30C4-4263-A533-9B23575931B2}" dt="2026-09-10T20:18:50.387" v="20" actId="14100"/>
        <pc:sldMkLst>
          <pc:docMk/>
          <pc:sldMk cId="3627149976" sldId="257"/>
        </pc:sldMkLst>
        <pc:picChg chg="mod">
          <ac:chgData name="KHALIL, MOHAMED" userId="b0b60d53-1333-44b6-990f-4d9a70b6455c" providerId="ADAL" clId="{C06BC939-30C4-4263-A533-9B23575931B2}" dt="2026-09-10T20:18:50.387" v="20" actId="14100"/>
          <ac:picMkLst>
            <pc:docMk/>
            <pc:sldMk cId="3627149976" sldId="257"/>
            <ac:picMk id="3" creationId="{54A8B36D-4A0D-524F-29EE-ABC8E76DA3B2}"/>
          </ac:picMkLst>
        </pc:picChg>
      </pc:sldChg>
      <pc:sldChg chg="modSp mod">
        <pc:chgData name="KHALIL, MOHAMED" userId="b0b60d53-1333-44b6-990f-4d9a70b6455c" providerId="ADAL" clId="{C06BC939-30C4-4263-A533-9B23575931B2}" dt="2026-09-10T20:19:10.966" v="24" actId="14100"/>
        <pc:sldMkLst>
          <pc:docMk/>
          <pc:sldMk cId="1655349283" sldId="258"/>
        </pc:sldMkLst>
        <pc:picChg chg="mod">
          <ac:chgData name="KHALIL, MOHAMED" userId="b0b60d53-1333-44b6-990f-4d9a70b6455c" providerId="ADAL" clId="{C06BC939-30C4-4263-A533-9B23575931B2}" dt="2026-09-10T20:19:10.966" v="24" actId="14100"/>
          <ac:picMkLst>
            <pc:docMk/>
            <pc:sldMk cId="1655349283" sldId="258"/>
            <ac:picMk id="3" creationId="{E8292A31-0C67-4AF2-747D-BBE3A1CB8949}"/>
          </ac:picMkLst>
        </pc:picChg>
      </pc:sldChg>
      <pc:sldChg chg="addSp modSp new mod">
        <pc:chgData name="KHALIL, MOHAMED" userId="b0b60d53-1333-44b6-990f-4d9a70b6455c" providerId="ADAL" clId="{C06BC939-30C4-4263-A533-9B23575931B2}" dt="2026-09-10T20:09:13.196" v="5" actId="14100"/>
        <pc:sldMkLst>
          <pc:docMk/>
          <pc:sldMk cId="3578954706" sldId="262"/>
        </pc:sldMkLst>
        <pc:picChg chg="add mod">
          <ac:chgData name="KHALIL, MOHAMED" userId="b0b60d53-1333-44b6-990f-4d9a70b6455c" providerId="ADAL" clId="{C06BC939-30C4-4263-A533-9B23575931B2}" dt="2026-09-10T20:09:13.196" v="5" actId="14100"/>
          <ac:picMkLst>
            <pc:docMk/>
            <pc:sldMk cId="3578954706" sldId="262"/>
            <ac:picMk id="3" creationId="{330B04E9-0315-7AC4-2134-5648E890C340}"/>
          </ac:picMkLst>
        </pc:picChg>
      </pc:sldChg>
      <pc:sldChg chg="addSp modSp new mod">
        <pc:chgData name="KHALIL, MOHAMED" userId="b0b60d53-1333-44b6-990f-4d9a70b6455c" providerId="ADAL" clId="{C06BC939-30C4-4263-A533-9B23575931B2}" dt="2026-09-10T20:17:16.797" v="11" actId="14100"/>
        <pc:sldMkLst>
          <pc:docMk/>
          <pc:sldMk cId="1592946231" sldId="263"/>
        </pc:sldMkLst>
        <pc:picChg chg="add mod">
          <ac:chgData name="KHALIL, MOHAMED" userId="b0b60d53-1333-44b6-990f-4d9a70b6455c" providerId="ADAL" clId="{C06BC939-30C4-4263-A533-9B23575931B2}" dt="2026-09-10T20:17:16.797" v="11" actId="14100"/>
          <ac:picMkLst>
            <pc:docMk/>
            <pc:sldMk cId="1592946231" sldId="263"/>
            <ac:picMk id="3" creationId="{DFA69B6A-0607-3996-B37D-78DDB662D91D}"/>
          </ac:picMkLst>
        </pc:picChg>
      </pc:sldChg>
      <pc:sldChg chg="addSp modSp new mod">
        <pc:chgData name="KHALIL, MOHAMED" userId="b0b60d53-1333-44b6-990f-4d9a70b6455c" providerId="ADAL" clId="{C06BC939-30C4-4263-A533-9B23575931B2}" dt="2026-09-10T20:24:40.771" v="29" actId="14100"/>
        <pc:sldMkLst>
          <pc:docMk/>
          <pc:sldMk cId="546449616" sldId="264"/>
        </pc:sldMkLst>
        <pc:picChg chg="add mod">
          <ac:chgData name="KHALIL, MOHAMED" userId="b0b60d53-1333-44b6-990f-4d9a70b6455c" providerId="ADAL" clId="{C06BC939-30C4-4263-A533-9B23575931B2}" dt="2026-09-10T20:24:40.771" v="29" actId="14100"/>
          <ac:picMkLst>
            <pc:docMk/>
            <pc:sldMk cId="546449616" sldId="264"/>
            <ac:picMk id="3" creationId="{884F20B9-E562-BD40-3703-F77341BBE56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DEAD-94B0-9075-C6F4-35EF76283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2D9D9-3470-545B-6559-ADEBD6A2B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D38FC-B576-E5A6-CC30-19A9ECF01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96214-BC37-61F7-D694-0CEBFFB4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8BE06-3BE8-4080-30E6-ED702F26F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4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E322-1DB7-D6B0-A7D4-F595412BB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FECDF-E741-673F-056E-3E850B276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BF7F9-4578-ED2C-44EA-4FD3F033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DA5FD-3386-9F80-C154-25CD790F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C5409-AE04-2D3B-449C-F13915CCF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3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F1041-C37C-D820-B83A-A09585BC1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8478E-9083-3CD5-D602-9F9FC8CB7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A3C76-C3BA-D5EA-3DEE-7EA99EBA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D5C23-B846-28FE-C374-00984136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6CCF4-28AD-054C-9B5E-320B9D74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3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7AD58-E7F7-5981-C656-C0361EB9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B7671-FADE-E21C-F51E-2FFAE72B3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61CF3-1BBF-4E04-84F0-13887C1F4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7680E-621B-ED5A-BCA2-F1CDE4EB3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E7D59-0F95-EE5F-F8E8-7CEB49A9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1DC02-A294-202C-6AC5-CA66AAA64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09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3171-3DCE-5208-9BC6-5143EB8B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12FF2-F96E-FB3D-F41E-1C55550A0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BB367-F31B-2B20-54A9-15D4DBA2B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D1643-09C3-5F8C-FCB7-792B6988B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7E708E-4953-EF77-397E-987532CD8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FAC1A-E715-B5D1-82D8-D972C547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8135F-4C6A-AAB4-EA4F-AC16B85B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E7E063-2A8B-DE4C-DC8E-AF4A55A8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5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DD932-34D4-94EF-6E8D-130071C1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9DA56-E722-0DEC-1D92-D047C6DA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DC0BE-1FAA-7DE8-F8CA-B2A3EA91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36208-BDD0-9AD5-3A19-59DF5621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3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A8626F-DF2D-64DB-41B9-342CFFCA0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57F88-0C22-86F5-1B95-42A1DC403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2C63E-5ADC-D561-831A-1EC21148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84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2AEA3-6808-96FF-6866-86B86DBF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31B87-5A4C-CFEF-FE1B-611AA93B9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EBDFE-8DCF-8E07-9D42-FEE7A940E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610B6-F514-70F8-BE7A-BD9400E43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585A7-8997-9C9F-7F94-C755652AB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7DBBD-5578-A04F-53B7-B46DBFA6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2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6B7AB-1117-3E18-F361-69050EF59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9A2B00-6753-B90F-62CE-74CE94BE0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4859E-FC7F-377E-E835-708E84AB5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40A4F-7452-72D0-38F5-E67F27FB2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5E5F1-64AE-92D9-D1BD-7812C118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94CFC-B816-C823-E2A4-71DBE85A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60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99AE-259F-66B8-C621-D9B2A15F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30B95-37A7-1245-D6A6-D58D32444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5C41E-A6D3-CC2D-98F0-CFB2F07F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0B41C-71FD-9B8F-479E-C31AD2C9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60FF4-BF75-6468-82FA-F2A957DE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2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5021E3-52D6-3D44-B411-28D070981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FFCF1-1528-E0EF-7419-0D7967CBE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2C1A9-263A-0407-A4FA-366E4BB3D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56772-F8B8-0011-AEED-FAA4BAE9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1008-700E-863C-E2EB-C3E4B934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99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54BBD0-8958-C238-C9F1-12865569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0434C-9709-32F4-DA3C-FD998D681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D21DA-1FCC-3813-962E-ACD14B588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84DBE-3A19-414B-9485-7415E9BFF0D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4F0D4-DB85-FF62-38F3-1AA9147B5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D69F5-BB38-FF2E-A9EA-C2E14750F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C11E9-C2BA-4485-9942-DCE38A96E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2CD4-B9A6-5882-2DB3-3F4CD8A9D8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A3C86-EA71-FA84-3530-069DDF8D8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DCBC6-5057-5ED8-E618-1E477DBF0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3" y="326571"/>
            <a:ext cx="11547675" cy="637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72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A8B36D-4A0D-524F-29EE-ABC8E76DA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261258"/>
            <a:ext cx="11408228" cy="628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14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92A31-0C67-4AF2-747D-BBE3A1CB8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119743"/>
            <a:ext cx="11604171" cy="64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49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89E845-746F-D823-48EC-62CB7672C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75471"/>
            <a:ext cx="10905066" cy="550705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79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5C9D79-D86F-E898-5B60-3FDECDA1F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733" y="1301640"/>
            <a:ext cx="8420533" cy="425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32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E67651-011B-78DE-353E-462F58812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88010"/>
            <a:ext cx="10929257" cy="592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3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0B04E9-0315-7AC4-2134-5648E890C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" y="206829"/>
            <a:ext cx="11146971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54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69B6A-0607-3996-B37D-78DDB662D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130629"/>
            <a:ext cx="11157857" cy="654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46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4F20B9-E562-BD40-3703-F77341BBE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21" y="272144"/>
            <a:ext cx="10910036" cy="627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49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41d71c-c6b6-47b0-803c-0f3b32b07556}" enabled="0" method="" siteId="{e741d71c-c6b6-47b0-803c-0f3b32b0755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KHALIL, MOHAMED</dc:creator>
  <cp:lastModifiedBy>KHALIL, MOHAMED</cp:lastModifiedBy>
  <cp:revision>1</cp:revision>
  <dcterms:created xsi:type="dcterms:W3CDTF">2026-09-10T19:51:02Z</dcterms:created>
  <dcterms:modified xsi:type="dcterms:W3CDTF">2026-09-10T20:24:43Z</dcterms:modified>
</cp:coreProperties>
</file>