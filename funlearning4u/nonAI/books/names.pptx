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60" r:id="rId6"/>
    <p:sldId id="259" r:id="rId7"/>
    <p:sldId id="261" r:id="rId8"/>
    <p:sldId id="263" r:id="rId9"/>
    <p:sldId id="262" r:id="rId10"/>
    <p:sldId id="264" r:id="rId11"/>
    <p:sldId id="271" r:id="rId12"/>
    <p:sldId id="265" r:id="rId13"/>
    <p:sldId id="266" r:id="rId14"/>
    <p:sldId id="268" r:id="rId15"/>
    <p:sldId id="269" r:id="rId16"/>
    <p:sldId id="270" r:id="rId17"/>
    <p:sldId id="267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58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5696F37-9DDA-4503-9F7E-594A69EB5E64}" type="datetimeFigureOut">
              <a:rPr lang="en-US" smtClean="0"/>
              <a:t>2/15/2016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E52E37-FDFD-4D08-A200-A37DAC145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9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4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3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52E37-FDFD-4D08-A200-A37DAC1454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5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9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1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09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6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4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6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6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6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59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>
                <a:lumMod val="95000"/>
              </a:schemeClr>
            </a:gs>
            <a:gs pos="18000">
              <a:schemeClr val="accent6">
                <a:lumMod val="40000"/>
                <a:lumOff val="60000"/>
              </a:schemeClr>
            </a:gs>
            <a:gs pos="4000">
              <a:schemeClr val="accent1">
                <a:tint val="44500"/>
                <a:satMod val="160000"/>
              </a:schemeClr>
            </a:gs>
            <a:gs pos="83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DCBE6-2F33-4058-9A15-5D6036A7A3C5}" type="datetimeFigureOut">
              <a:rPr lang="en-US" smtClean="0"/>
              <a:t>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6095-B524-4B29-BED2-C0F8989689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35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562600" y="381000"/>
            <a:ext cx="3276600" cy="2667000"/>
          </a:xfrm>
          <a:prstGeom prst="roundRect">
            <a:avLst/>
          </a:prstGeom>
          <a:solidFill>
            <a:srgbClr val="FFCCCC">
              <a:alpha val="0"/>
            </a:srgbClr>
          </a:solidFill>
          <a:ln w="889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42924"/>
            <a:ext cx="2968868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5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/>
          <p:cNvGrpSpPr/>
          <p:nvPr/>
        </p:nvGrpSpPr>
        <p:grpSpPr>
          <a:xfrm>
            <a:off x="7543800" y="322909"/>
            <a:ext cx="1295400" cy="1319389"/>
            <a:chOff x="7620000" y="984504"/>
            <a:chExt cx="1295400" cy="1319389"/>
          </a:xfrm>
        </p:grpSpPr>
        <p:sp>
          <p:nvSpPr>
            <p:cNvPr id="94" name="Rectangle 9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Rectangle 91"/>
          <p:cNvSpPr/>
          <p:nvPr/>
        </p:nvSpPr>
        <p:spPr>
          <a:xfrm>
            <a:off x="7772400" y="35366"/>
            <a:ext cx="1143000" cy="2936433"/>
          </a:xfrm>
          <a:prstGeom prst="rect">
            <a:avLst/>
          </a:prstGeom>
          <a:noFill/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667000"/>
            <a:ext cx="8839200" cy="1470025"/>
          </a:xfrm>
        </p:spPr>
        <p:txBody>
          <a:bodyPr>
            <a:noAutofit/>
          </a:bodyPr>
          <a:lstStyle/>
          <a:p>
            <a:r>
              <a:rPr lang="ar-EG" sz="34400" dirty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احمد</a:t>
            </a:r>
            <a:endParaRPr lang="en-US" sz="34400" dirty="0">
              <a:solidFill>
                <a:srgbClr val="FF0000"/>
              </a:solidFill>
              <a:latin typeface="Antique Olive Roman" pitchFamily="34" charset="0"/>
              <a:cs typeface="+mn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48956" y="282575"/>
            <a:ext cx="103784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9600" b="1" dirty="0" smtClean="0">
                <a:solidFill>
                  <a:srgbClr val="FF0000"/>
                </a:solidFill>
              </a:rPr>
              <a:t>ا</a:t>
            </a:r>
            <a:endParaRPr lang="en-US" sz="9600" b="1" dirty="0">
              <a:solidFill>
                <a:srgbClr val="FF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685800" y="-152400"/>
            <a:ext cx="632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Ahmad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5067616"/>
            <a:ext cx="8153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28600" y="11430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8391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4100" y="3025775"/>
            <a:ext cx="7581900" cy="1470025"/>
          </a:xfrm>
        </p:spPr>
        <p:txBody>
          <a:bodyPr>
            <a:noAutofit/>
          </a:bodyPr>
          <a:lstStyle/>
          <a:p>
            <a:r>
              <a:rPr lang="ar-EG" sz="34400" dirty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خالد</a:t>
            </a:r>
            <a:endParaRPr lang="en-US" sz="71400" dirty="0">
              <a:solidFill>
                <a:srgbClr val="FF0000"/>
              </a:solidFill>
              <a:latin typeface="Andalus" panose="02020603050405020304" pitchFamily="18" charset="-78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609600" y="-152400"/>
            <a:ext cx="632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Khalid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28600" y="4876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467600" y="422544"/>
            <a:ext cx="1295400" cy="1319389"/>
            <a:chOff x="7620000" y="984504"/>
            <a:chExt cx="1295400" cy="1319389"/>
          </a:xfrm>
        </p:grpSpPr>
        <p:sp>
          <p:nvSpPr>
            <p:cNvPr id="9" name="Rectangle 8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/>
          <p:cNvSpPr/>
          <p:nvPr/>
        </p:nvSpPr>
        <p:spPr>
          <a:xfrm>
            <a:off x="7696200" y="76200"/>
            <a:ext cx="877163" cy="156966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خ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33400" y="1143000"/>
            <a:ext cx="2819400" cy="4190999"/>
            <a:chOff x="118676" y="1724214"/>
            <a:chExt cx="3043624" cy="3613024"/>
          </a:xfrm>
        </p:grpSpPr>
        <p:grpSp>
          <p:nvGrpSpPr>
            <p:cNvPr id="13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8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9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0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1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2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3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6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7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8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4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7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9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4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3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4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0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5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6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1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4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8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2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0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1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5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6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7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7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4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5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6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20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1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2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85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467600" y="422544"/>
            <a:ext cx="1295400" cy="1319389"/>
            <a:chOff x="7620000" y="984504"/>
            <a:chExt cx="1295400" cy="1319389"/>
          </a:xfrm>
        </p:grpSpPr>
        <p:sp>
          <p:nvSpPr>
            <p:cNvPr id="9" name="Rectangle 8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2438400"/>
            <a:ext cx="7658100" cy="1470025"/>
          </a:xfrm>
        </p:spPr>
        <p:txBody>
          <a:bodyPr>
            <a:noAutofit/>
          </a:bodyPr>
          <a:lstStyle/>
          <a:p>
            <a:r>
              <a:rPr lang="ar-EG" sz="34400" dirty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علي</a:t>
            </a:r>
            <a:endParaRPr lang="en-US" sz="213200" dirty="0">
              <a:solidFill>
                <a:srgbClr val="FF0000"/>
              </a:solidFill>
              <a:latin typeface="Andalus" panose="02020603050405020304" pitchFamily="18" charset="-78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219200" y="0"/>
            <a:ext cx="4953000" cy="1393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Ali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28600" y="5311775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72400" y="106740"/>
            <a:ext cx="85472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ع</a:t>
            </a:r>
            <a:endParaRPr lang="en-US" sz="1200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33400" y="1143000"/>
            <a:ext cx="2819400" cy="4190999"/>
            <a:chOff x="118676" y="1724214"/>
            <a:chExt cx="3043624" cy="3613024"/>
          </a:xfrm>
        </p:grpSpPr>
        <p:grpSp>
          <p:nvGrpSpPr>
            <p:cNvPr id="12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7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9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1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2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5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7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3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6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8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3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4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2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3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9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4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6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0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7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1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9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0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4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5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6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3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5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9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0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2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604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33400" y="11430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grpSp>
        <p:nvGrpSpPr>
          <p:cNvPr id="7" name="Group 6"/>
          <p:cNvGrpSpPr/>
          <p:nvPr/>
        </p:nvGrpSpPr>
        <p:grpSpPr>
          <a:xfrm>
            <a:off x="7467600" y="5094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263775"/>
            <a:ext cx="8153400" cy="1470025"/>
          </a:xfrm>
        </p:spPr>
        <p:txBody>
          <a:bodyPr>
            <a:noAutofit/>
          </a:bodyPr>
          <a:lstStyle/>
          <a:p>
            <a:r>
              <a:rPr lang="ar-EG" sz="3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عمر</a:t>
            </a:r>
            <a:endParaRPr lang="en-US" sz="333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57200" y="-152400"/>
            <a:ext cx="4953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Omar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28600" y="5159375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72400" y="228600"/>
            <a:ext cx="85472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ع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0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28600" y="11430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grpSp>
        <p:nvGrpSpPr>
          <p:cNvPr id="7" name="Group 6"/>
          <p:cNvGrpSpPr/>
          <p:nvPr/>
        </p:nvGrpSpPr>
        <p:grpSpPr>
          <a:xfrm>
            <a:off x="7467600" y="5094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851" y="2492375"/>
            <a:ext cx="9882149" cy="1470025"/>
          </a:xfrm>
        </p:spPr>
        <p:txBody>
          <a:bodyPr>
            <a:noAutofit/>
          </a:bodyPr>
          <a:lstStyle/>
          <a:p>
            <a:r>
              <a:rPr lang="ar-EG" sz="28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محمد</a:t>
            </a:r>
            <a:r>
              <a:rPr lang="ar-EG" sz="13800" dirty="0"/>
              <a:t> </a:t>
            </a:r>
            <a:endParaRPr lang="en-US" sz="213200" dirty="0">
              <a:solidFill>
                <a:schemeClr val="accent3">
                  <a:lumMod val="50000"/>
                </a:schemeClr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304800" y="-22225"/>
            <a:ext cx="7620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Muhammad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48600" y="106740"/>
            <a:ext cx="60144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م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76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52400" y="12954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grpSp>
        <p:nvGrpSpPr>
          <p:cNvPr id="7" name="Group 6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73375"/>
            <a:ext cx="8839200" cy="1470025"/>
          </a:xfrm>
        </p:spPr>
        <p:txBody>
          <a:bodyPr>
            <a:noAutofit/>
          </a:bodyPr>
          <a:lstStyle/>
          <a:p>
            <a:r>
              <a:rPr lang="ar-EG" sz="23900" dirty="0" smtClean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ابراهيم</a:t>
            </a:r>
            <a:endParaRPr lang="en-US" sz="71400" dirty="0">
              <a:solidFill>
                <a:srgbClr val="FF0000"/>
              </a:solidFill>
              <a:latin typeface="Andalus" panose="02020603050405020304" pitchFamily="18" charset="-78"/>
              <a:cs typeface="+mn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48600" y="609600"/>
            <a:ext cx="533400" cy="1012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9600" b="1" dirty="0" smtClean="0">
                <a:solidFill>
                  <a:srgbClr val="FF0000"/>
                </a:solidFill>
              </a:rPr>
              <a:t>ا</a:t>
            </a:r>
            <a:endParaRPr lang="en-US" sz="9600" b="1" dirty="0">
              <a:solidFill>
                <a:srgbClr val="FF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52400" y="-98425"/>
            <a:ext cx="576726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Ibrahim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400" y="5235575"/>
            <a:ext cx="8153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65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9" name="Rectangle 8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2262" y="2720975"/>
            <a:ext cx="8302738" cy="1470025"/>
          </a:xfrm>
        </p:spPr>
        <p:txBody>
          <a:bodyPr>
            <a:noAutofit/>
          </a:bodyPr>
          <a:lstStyle/>
          <a:p>
            <a:r>
              <a:rPr lang="ar-EG" sz="11500" b="1" dirty="0">
                <a:cs typeface="+mn-cs"/>
              </a:rPr>
              <a:t> </a:t>
            </a:r>
            <a:r>
              <a:rPr lang="ar-EG" sz="28700" dirty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وسيم</a:t>
            </a:r>
            <a:r>
              <a:rPr lang="ar-EG" sz="28700" b="1" dirty="0">
                <a:cs typeface="+mn-cs"/>
              </a:rPr>
              <a:t> </a:t>
            </a:r>
            <a:r>
              <a:rPr lang="ar-EG" sz="28700" b="1" dirty="0" smtClean="0">
                <a:cs typeface="+mn-cs"/>
              </a:rPr>
              <a:t> </a:t>
            </a:r>
            <a:endParaRPr lang="en-US" sz="277800" b="1" dirty="0">
              <a:solidFill>
                <a:schemeClr val="accent3">
                  <a:lumMod val="50000"/>
                </a:schemeClr>
              </a:solidFill>
              <a:latin typeface="Aparajita" panose="020B0604020202020204" pitchFamily="34" charset="0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28602" y="0"/>
            <a:ext cx="594360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Wassem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96200" y="30540"/>
            <a:ext cx="71686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و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1295400"/>
            <a:ext cx="2819400" cy="4190999"/>
            <a:chOff x="118676" y="1724214"/>
            <a:chExt cx="3043624" cy="3613024"/>
          </a:xfrm>
        </p:grpSpPr>
        <p:grpSp>
          <p:nvGrpSpPr>
            <p:cNvPr id="12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7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9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1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2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5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7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3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6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8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3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4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2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3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9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4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6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0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7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1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9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0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4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5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6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3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5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9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0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2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7271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2400" y="1295400"/>
            <a:ext cx="2819400" cy="4190999"/>
            <a:chOff x="118676" y="1724214"/>
            <a:chExt cx="3043624" cy="3613024"/>
          </a:xfrm>
        </p:grpSpPr>
        <p:grpSp>
          <p:nvGrpSpPr>
            <p:cNvPr id="12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7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9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1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2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5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7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3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6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8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3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4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2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3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9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4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6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0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7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1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9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0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4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5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6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3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5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9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0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2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67000"/>
            <a:ext cx="10287000" cy="1470025"/>
          </a:xfrm>
        </p:spPr>
        <p:txBody>
          <a:bodyPr>
            <a:noAutofit/>
          </a:bodyPr>
          <a:lstStyle/>
          <a:p>
            <a:r>
              <a:rPr lang="en-US" sz="9600" dirty="0">
                <a:cs typeface="+mn-cs"/>
              </a:rPr>
              <a:t> </a:t>
            </a:r>
            <a:r>
              <a:rPr lang="ar-EG" sz="19900" dirty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اسماعيل</a:t>
            </a:r>
            <a:r>
              <a:rPr lang="ar-EG" sz="8800" dirty="0">
                <a:solidFill>
                  <a:schemeClr val="accent6">
                    <a:lumMod val="75000"/>
                  </a:schemeClr>
                </a:solidFill>
                <a:cs typeface="+mn-cs"/>
              </a:rPr>
              <a:t> </a:t>
            </a:r>
            <a:endParaRPr lang="en-US" sz="49600" dirty="0">
              <a:solidFill>
                <a:schemeClr val="accent6">
                  <a:lumMod val="75000"/>
                </a:schemeClr>
              </a:solidFill>
              <a:latin typeface="Aparajita" panose="020B0604020202020204" pitchFamily="34" charset="0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143000" y="-250825"/>
            <a:ext cx="6858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Ismael</a:t>
            </a:r>
            <a:r>
              <a:rPr lang="en-US" sz="138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 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400" y="5159375"/>
            <a:ext cx="8153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7848600" y="609600"/>
            <a:ext cx="533400" cy="1012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9600" b="1" dirty="0" smtClean="0">
                <a:solidFill>
                  <a:srgbClr val="FF0000"/>
                </a:solidFill>
              </a:rPr>
              <a:t>ا</a:t>
            </a:r>
            <a:endParaRPr lang="en-US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7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/>
          <p:cNvSpPr txBox="1">
            <a:spLocks/>
          </p:cNvSpPr>
          <p:nvPr/>
        </p:nvSpPr>
        <p:spPr>
          <a:xfrm>
            <a:off x="-1066800" y="0"/>
            <a:ext cx="594360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Sami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67600" y="106740"/>
            <a:ext cx="11961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س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28600" y="12954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7478" y="2527114"/>
            <a:ext cx="7803325" cy="1470025"/>
          </a:xfrm>
        </p:spPr>
        <p:txBody>
          <a:bodyPr>
            <a:noAutofit/>
          </a:bodyPr>
          <a:lstStyle/>
          <a:p>
            <a:r>
              <a:rPr lang="ar-EG" sz="9600" dirty="0" smtClean="0">
                <a:solidFill>
                  <a:srgbClr val="003300"/>
                </a:solidFill>
              </a:rPr>
              <a:t> </a:t>
            </a:r>
            <a:r>
              <a:rPr lang="ar-EG" sz="23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سامى</a:t>
            </a:r>
            <a:r>
              <a:rPr lang="ar-EG" sz="23900" dirty="0" smtClean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239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3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8" name="Rectangle 7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/>
          <p:cNvSpPr txBox="1">
            <a:spLocks/>
          </p:cNvSpPr>
          <p:nvPr/>
        </p:nvSpPr>
        <p:spPr>
          <a:xfrm>
            <a:off x="-1066800" y="0"/>
            <a:ext cx="594360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Sami</a:t>
            </a:r>
            <a:endParaRPr lang="en-US" sz="115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67600" y="106740"/>
            <a:ext cx="11961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س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28600" y="12954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48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49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0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1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4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5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2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5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7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2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3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1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28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3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4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5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29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0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1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2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6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0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38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39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3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4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5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2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18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19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0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1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sp>
        <p:nvSpPr>
          <p:cNvPr id="67" name="Rectangle 66"/>
          <p:cNvSpPr/>
          <p:nvPr/>
        </p:nvSpPr>
        <p:spPr>
          <a:xfrm>
            <a:off x="1977397" y="1185912"/>
            <a:ext cx="7090403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ar-EG" sz="287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ساجد</a:t>
            </a:r>
            <a:r>
              <a:rPr lang="ar-EG" sz="23900" dirty="0">
                <a:solidFill>
                  <a:srgbClr val="0033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sz="23900" dirty="0">
              <a:solidFill>
                <a:srgbClr val="00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65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14600"/>
            <a:ext cx="7353300" cy="1470025"/>
          </a:xfrm>
        </p:spPr>
        <p:txBody>
          <a:bodyPr>
            <a:noAutofit/>
          </a:bodyPr>
          <a:lstStyle/>
          <a:p>
            <a:r>
              <a:rPr lang="ar-EG" sz="28700" dirty="0">
                <a:solidFill>
                  <a:srgbClr val="003300"/>
                </a:solidFill>
              </a:rPr>
              <a:t> </a:t>
            </a:r>
            <a:r>
              <a:rPr lang="ar-EG" sz="28700" dirty="0" smtClean="0">
                <a:solidFill>
                  <a:srgbClr val="FF0000"/>
                </a:solidFill>
                <a:latin typeface="Andalus" panose="02020603050405020304" pitchFamily="18" charset="-78"/>
                <a:cs typeface="+mn-cs"/>
              </a:rPr>
              <a:t>هشام</a:t>
            </a:r>
            <a:r>
              <a:rPr lang="ar-EG" sz="23900" dirty="0" smtClean="0">
                <a:solidFill>
                  <a:srgbClr val="003300"/>
                </a:solidFill>
              </a:rPr>
              <a:t> </a:t>
            </a:r>
            <a:r>
              <a:rPr lang="ar-EG" sz="28700" dirty="0" smtClean="0">
                <a:solidFill>
                  <a:srgbClr val="003300"/>
                </a:solidFill>
              </a:rPr>
              <a:t> </a:t>
            </a:r>
            <a:endParaRPr lang="en-US" sz="400000" dirty="0">
              <a:solidFill>
                <a:srgbClr val="003300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685800" y="-76200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i="1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Hesham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12" name="Rectangle 1108"/>
          <p:cNvSpPr>
            <a:spLocks noChangeArrowheads="1"/>
          </p:cNvSpPr>
          <p:nvPr/>
        </p:nvSpPr>
        <p:spPr bwMode="auto">
          <a:xfrm flipH="1">
            <a:off x="7747000" y="215900"/>
            <a:ext cx="863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ar-SA" altLang="en-US" sz="9600" dirty="0">
                <a:solidFill>
                  <a:srgbClr val="FF3300"/>
                </a:solidFill>
                <a:cs typeface="Traditional Arabic" pitchFamily="18" charset="-78"/>
              </a:rPr>
              <a:t>ﻫ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52400" y="1295400"/>
            <a:ext cx="2819400" cy="4190999"/>
            <a:chOff x="118676" y="1724214"/>
            <a:chExt cx="3043624" cy="3613024"/>
          </a:xfrm>
        </p:grpSpPr>
        <p:grpSp>
          <p:nvGrpSpPr>
            <p:cNvPr id="10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9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0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1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2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3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4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7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8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9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5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8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60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5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4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1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1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6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8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2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4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5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3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1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2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6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7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8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5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6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7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21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2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644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4930775"/>
            <a:ext cx="7353300" cy="1470025"/>
          </a:xfrm>
        </p:spPr>
        <p:txBody>
          <a:bodyPr>
            <a:noAutofit/>
          </a:bodyPr>
          <a:lstStyle/>
          <a:p>
            <a:r>
              <a:rPr lang="ar-EG" sz="34400" dirty="0" smtClean="0">
                <a:solidFill>
                  <a:srgbClr val="FF0000"/>
                </a:solidFill>
              </a:rPr>
              <a:t>بلال</a:t>
            </a:r>
            <a:r>
              <a:rPr lang="ar-EG" sz="23900" dirty="0" smtClean="0"/>
              <a:t> </a:t>
            </a:r>
            <a:r>
              <a:rPr lang="ar-EG" sz="28700" dirty="0" smtClean="0"/>
              <a:t> </a:t>
            </a:r>
            <a:endParaRPr lang="en-US" sz="400000" dirty="0">
              <a:solidFill>
                <a:schemeClr val="accent3">
                  <a:lumMod val="50000"/>
                </a:schemeClr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8599" y="-98426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i="1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Belal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0" y="152400"/>
            <a:ext cx="167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ب</a:t>
            </a:r>
            <a:endParaRPr lang="en-US" sz="9600" dirty="0">
              <a:solidFill>
                <a:srgbClr val="FF0000"/>
              </a:solidFill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304800" y="1295401"/>
            <a:ext cx="2286000" cy="3886200"/>
            <a:chOff x="118676" y="1724214"/>
            <a:chExt cx="3043624" cy="3613024"/>
          </a:xfrm>
        </p:grpSpPr>
        <p:grpSp>
          <p:nvGrpSpPr>
            <p:cNvPr id="70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105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106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107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08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09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110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123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124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125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111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14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116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8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121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122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9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20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71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87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102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103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104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88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89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90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91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4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5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99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6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97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98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72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73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4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5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84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6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81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82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83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77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78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79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80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2448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6199" y="-76200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Hamza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0" y="76200"/>
            <a:ext cx="87716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>
                <a:solidFill>
                  <a:srgbClr val="FF0000"/>
                </a:solidFill>
              </a:rPr>
              <a:t>ح</a:t>
            </a:r>
            <a:endParaRPr lang="en-US" sz="1200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04800" y="1295401"/>
            <a:ext cx="2286000" cy="3886200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9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0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1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2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3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4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7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8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9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5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8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60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5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4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1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6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8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2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4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5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3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1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2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6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7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8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5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6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7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21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2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828799" y="2438400"/>
            <a:ext cx="9067801" cy="1470025"/>
          </a:xfrm>
        </p:spPr>
        <p:txBody>
          <a:bodyPr>
            <a:noAutofit/>
          </a:bodyPr>
          <a:lstStyle/>
          <a:p>
            <a:r>
              <a:rPr lang="ar-EG" sz="287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ar-EG" sz="287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حمزة</a:t>
            </a:r>
            <a:endParaRPr lang="en-US" sz="28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0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" y="-76200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Zain</a:t>
            </a:r>
            <a:endParaRPr lang="en-US" sz="166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2407" y="182940"/>
            <a:ext cx="78579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>
                <a:solidFill>
                  <a:srgbClr val="FF0000"/>
                </a:solidFill>
              </a:rPr>
              <a:t>ز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7200" y="2339975"/>
            <a:ext cx="9067801" cy="1470025"/>
          </a:xfrm>
        </p:spPr>
        <p:txBody>
          <a:bodyPr>
            <a:noAutofit/>
          </a:bodyPr>
          <a:lstStyle/>
          <a:p>
            <a:r>
              <a:rPr lang="ar-EG" sz="287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9600" dirty="0" smtClean="0"/>
              <a:t> </a:t>
            </a:r>
            <a:r>
              <a:rPr lang="ar-EG" sz="34400" dirty="0" smtClean="0">
                <a:solidFill>
                  <a:srgbClr val="FF0000"/>
                </a:solidFill>
              </a:rPr>
              <a:t>زين</a:t>
            </a:r>
            <a:r>
              <a:rPr lang="ar-EG" sz="9600" dirty="0" smtClean="0"/>
              <a:t> </a:t>
            </a:r>
            <a:endParaRPr lang="en-US" sz="34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1295400"/>
            <a:ext cx="2819400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9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0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1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2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3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4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7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8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9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5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8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60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5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4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1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6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8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2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4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5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3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1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2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6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7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8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5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6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7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21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2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7929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</a:t>
            </a:r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2016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399" y="0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i="1" dirty="0" err="1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Hussan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33437" y="0"/>
            <a:ext cx="87716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>
                <a:solidFill>
                  <a:srgbClr val="FF0000"/>
                </a:solidFill>
              </a:rPr>
              <a:t>ح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914399" y="2286000"/>
            <a:ext cx="9067801" cy="1470025"/>
          </a:xfrm>
        </p:spPr>
        <p:txBody>
          <a:bodyPr>
            <a:noAutofit/>
          </a:bodyPr>
          <a:lstStyle/>
          <a:p>
            <a:r>
              <a:rPr lang="ar-EG" sz="287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9600" dirty="0" smtClean="0"/>
              <a:t> </a:t>
            </a:r>
            <a:r>
              <a:rPr lang="ar-EG" sz="23900" dirty="0">
                <a:solidFill>
                  <a:srgbClr val="FF0000"/>
                </a:solidFill>
              </a:rPr>
              <a:t>حسان</a:t>
            </a:r>
            <a:r>
              <a:rPr lang="ar-EG" sz="9600" dirty="0" smtClean="0"/>
              <a:t> </a:t>
            </a:r>
            <a:endParaRPr lang="en-US" sz="34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01935" y="1295400"/>
            <a:ext cx="3027065" cy="4190999"/>
            <a:chOff x="118676" y="1724214"/>
            <a:chExt cx="3043624" cy="3613024"/>
          </a:xfrm>
        </p:grpSpPr>
        <p:grpSp>
          <p:nvGrpSpPr>
            <p:cNvPr id="10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11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12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16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7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18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19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32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33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34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20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23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25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30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31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29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35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6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51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52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53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7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8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9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40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3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8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5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6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54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55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6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66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8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63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64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65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59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60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61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62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0696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67600" y="433211"/>
            <a:ext cx="1295400" cy="1319389"/>
            <a:chOff x="7620000" y="984504"/>
            <a:chExt cx="1295400" cy="1319389"/>
          </a:xfrm>
        </p:grpSpPr>
        <p:sp>
          <p:nvSpPr>
            <p:cNvPr id="14" name="Rectangle 13"/>
            <p:cNvSpPr/>
            <p:nvPr/>
          </p:nvSpPr>
          <p:spPr>
            <a:xfrm>
              <a:off x="7620000" y="984504"/>
              <a:ext cx="1295400" cy="1270351"/>
            </a:xfrm>
            <a:prstGeom prst="rect">
              <a:avLst/>
            </a:prstGeom>
            <a:gradFill>
              <a:gsLst>
                <a:gs pos="10000">
                  <a:srgbClr val="FFFF00"/>
                </a:gs>
                <a:gs pos="22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 rot="18683854">
              <a:off x="7611264" y="1012282"/>
              <a:ext cx="1312870" cy="1270351"/>
            </a:xfrm>
            <a:prstGeom prst="rect">
              <a:avLst/>
            </a:prstGeom>
            <a:gradFill>
              <a:gsLst>
                <a:gs pos="52000">
                  <a:schemeClr val="accent6">
                    <a:lumMod val="20000"/>
                    <a:lumOff val="80000"/>
                  </a:schemeClr>
                </a:gs>
                <a:gs pos="3000">
                  <a:schemeClr val="accent6">
                    <a:lumMod val="40000"/>
                    <a:lumOff val="60000"/>
                  </a:schemeClr>
                </a:gs>
                <a:gs pos="4000">
                  <a:schemeClr val="accent1">
                    <a:tint val="44500"/>
                    <a:satMod val="160000"/>
                  </a:schemeClr>
                </a:gs>
                <a:gs pos="74000">
                  <a:schemeClr val="bg1"/>
                </a:gs>
              </a:gsLst>
              <a:path path="circle">
                <a:fillToRect l="50000" t="50000" r="50000" b="50000"/>
              </a:path>
            </a:gra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57200" y="5257800"/>
            <a:ext cx="943293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i="1" dirty="0" smtClean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Best Student 2014</a:t>
            </a:r>
            <a:endParaRPr lang="en-US" sz="9600" b="1" i="1" dirty="0">
              <a:solidFill>
                <a:schemeClr val="tx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579" y="2334800"/>
            <a:ext cx="8724900" cy="1470025"/>
          </a:xfrm>
        </p:spPr>
        <p:txBody>
          <a:bodyPr>
            <a:noAutofit/>
          </a:bodyPr>
          <a:lstStyle/>
          <a:p>
            <a:r>
              <a:rPr lang="ar-EG" sz="344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9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ar-EG" sz="23900" dirty="0">
                <a:solidFill>
                  <a:srgbClr val="FF0000"/>
                </a:solidFill>
              </a:rPr>
              <a:t>عائشة</a:t>
            </a:r>
            <a:endParaRPr lang="en-US" sz="277800" dirty="0">
              <a:solidFill>
                <a:srgbClr val="FF0000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8599" y="0"/>
            <a:ext cx="6324601" cy="147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i="1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Aisha</a:t>
            </a:r>
            <a:endParaRPr lang="en-US" sz="13800" i="1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0" y="76200"/>
            <a:ext cx="85472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9600" dirty="0" smtClean="0">
                <a:solidFill>
                  <a:srgbClr val="FF0000"/>
                </a:solidFill>
              </a:rPr>
              <a:t>ع</a:t>
            </a:r>
            <a:endParaRPr lang="en-US" sz="1200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1295400"/>
            <a:ext cx="3027065" cy="4190999"/>
            <a:chOff x="118676" y="1724214"/>
            <a:chExt cx="3043624" cy="3613024"/>
          </a:xfrm>
        </p:grpSpPr>
        <p:grpSp>
          <p:nvGrpSpPr>
            <p:cNvPr id="11" name="Group 148"/>
            <p:cNvGrpSpPr>
              <a:grpSpLocks/>
            </p:cNvGrpSpPr>
            <p:nvPr/>
          </p:nvGrpSpPr>
          <p:grpSpPr bwMode="auto">
            <a:xfrm>
              <a:off x="1344414" y="1724214"/>
              <a:ext cx="1817886" cy="3613024"/>
              <a:chOff x="3108" y="301"/>
              <a:chExt cx="2050" cy="3476"/>
            </a:xfrm>
          </p:grpSpPr>
          <p:sp>
            <p:nvSpPr>
              <p:cNvPr id="49" name="Freeform 149"/>
              <p:cNvSpPr>
                <a:spLocks/>
              </p:cNvSpPr>
              <p:nvPr/>
            </p:nvSpPr>
            <p:spPr bwMode="auto">
              <a:xfrm>
                <a:off x="3244" y="1391"/>
                <a:ext cx="877" cy="2312"/>
              </a:xfrm>
              <a:custGeom>
                <a:avLst/>
                <a:gdLst/>
                <a:ahLst/>
                <a:cxnLst>
                  <a:cxn ang="0">
                    <a:pos x="205" y="0"/>
                  </a:cxn>
                  <a:cxn ang="0">
                    <a:pos x="23" y="227"/>
                  </a:cxn>
                  <a:cxn ang="0">
                    <a:pos x="69" y="272"/>
                  </a:cxn>
                  <a:cxn ang="0">
                    <a:pos x="205" y="635"/>
                  </a:cxn>
                  <a:cxn ang="0">
                    <a:pos x="477" y="1315"/>
                  </a:cxn>
                  <a:cxn ang="0">
                    <a:pos x="568" y="2177"/>
                  </a:cxn>
                  <a:cxn ang="0">
                    <a:pos x="613" y="2132"/>
                  </a:cxn>
                  <a:cxn ang="0">
                    <a:pos x="840" y="2268"/>
                  </a:cxn>
                  <a:cxn ang="0">
                    <a:pos x="840" y="1860"/>
                  </a:cxn>
                  <a:cxn ang="0">
                    <a:pos x="794" y="1315"/>
                  </a:cxn>
                  <a:cxn ang="0">
                    <a:pos x="704" y="998"/>
                  </a:cxn>
                  <a:cxn ang="0">
                    <a:pos x="658" y="771"/>
                  </a:cxn>
                  <a:cxn ang="0">
                    <a:pos x="568" y="499"/>
                  </a:cxn>
                  <a:cxn ang="0">
                    <a:pos x="522" y="454"/>
                  </a:cxn>
                </a:cxnLst>
                <a:rect l="0" t="0" r="r" b="b"/>
                <a:pathLst>
                  <a:path w="878" h="2313">
                    <a:moveTo>
                      <a:pt x="205" y="0"/>
                    </a:moveTo>
                    <a:cubicBezTo>
                      <a:pt x="125" y="91"/>
                      <a:pt x="46" y="182"/>
                      <a:pt x="23" y="227"/>
                    </a:cubicBezTo>
                    <a:cubicBezTo>
                      <a:pt x="0" y="272"/>
                      <a:pt x="39" y="204"/>
                      <a:pt x="69" y="272"/>
                    </a:cubicBezTo>
                    <a:cubicBezTo>
                      <a:pt x="99" y="340"/>
                      <a:pt x="137" y="461"/>
                      <a:pt x="205" y="635"/>
                    </a:cubicBezTo>
                    <a:cubicBezTo>
                      <a:pt x="273" y="809"/>
                      <a:pt x="417" y="1058"/>
                      <a:pt x="477" y="1315"/>
                    </a:cubicBezTo>
                    <a:cubicBezTo>
                      <a:pt x="537" y="1572"/>
                      <a:pt x="545" y="2041"/>
                      <a:pt x="568" y="2177"/>
                    </a:cubicBezTo>
                    <a:cubicBezTo>
                      <a:pt x="591" y="2313"/>
                      <a:pt x="568" y="2117"/>
                      <a:pt x="613" y="2132"/>
                    </a:cubicBezTo>
                    <a:cubicBezTo>
                      <a:pt x="658" y="2147"/>
                      <a:pt x="802" y="2313"/>
                      <a:pt x="840" y="2268"/>
                    </a:cubicBezTo>
                    <a:cubicBezTo>
                      <a:pt x="878" y="2223"/>
                      <a:pt x="848" y="2019"/>
                      <a:pt x="840" y="1860"/>
                    </a:cubicBezTo>
                    <a:cubicBezTo>
                      <a:pt x="832" y="1701"/>
                      <a:pt x="817" y="1459"/>
                      <a:pt x="794" y="1315"/>
                    </a:cubicBezTo>
                    <a:cubicBezTo>
                      <a:pt x="771" y="1171"/>
                      <a:pt x="727" y="1089"/>
                      <a:pt x="704" y="998"/>
                    </a:cubicBezTo>
                    <a:cubicBezTo>
                      <a:pt x="681" y="907"/>
                      <a:pt x="681" y="854"/>
                      <a:pt x="658" y="771"/>
                    </a:cubicBezTo>
                    <a:cubicBezTo>
                      <a:pt x="635" y="688"/>
                      <a:pt x="591" y="552"/>
                      <a:pt x="568" y="499"/>
                    </a:cubicBezTo>
                    <a:cubicBezTo>
                      <a:pt x="545" y="446"/>
                      <a:pt x="533" y="450"/>
                      <a:pt x="522" y="454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tx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0" name="Freeform 150"/>
              <p:cNvSpPr>
                <a:spLocks/>
              </p:cNvSpPr>
              <p:nvPr/>
            </p:nvSpPr>
            <p:spPr bwMode="auto">
              <a:xfrm>
                <a:off x="3334" y="1163"/>
                <a:ext cx="1769" cy="2614"/>
              </a:xfrm>
              <a:custGeom>
                <a:avLst/>
                <a:gdLst/>
                <a:ahLst/>
                <a:cxnLst>
                  <a:cxn ang="0">
                    <a:pos x="1021" y="98"/>
                  </a:cxn>
                  <a:cxn ang="0">
                    <a:pos x="159" y="234"/>
                  </a:cxn>
                  <a:cxn ang="0">
                    <a:pos x="68" y="280"/>
                  </a:cxn>
                  <a:cxn ang="0">
                    <a:pos x="250" y="733"/>
                  </a:cxn>
                  <a:cxn ang="0">
                    <a:pos x="431" y="1595"/>
                  </a:cxn>
                  <a:cxn ang="0">
                    <a:pos x="477" y="2412"/>
                  </a:cxn>
                  <a:cxn ang="0">
                    <a:pos x="477" y="2502"/>
                  </a:cxn>
                  <a:cxn ang="0">
                    <a:pos x="1021" y="2502"/>
                  </a:cxn>
                  <a:cxn ang="0">
                    <a:pos x="1112" y="1822"/>
                  </a:cxn>
                  <a:cxn ang="0">
                    <a:pos x="1202" y="824"/>
                  </a:cxn>
                  <a:cxn ang="0">
                    <a:pos x="1021" y="98"/>
                  </a:cxn>
                </a:cxnLst>
                <a:rect l="0" t="0" r="r" b="b"/>
                <a:pathLst>
                  <a:path w="1210" h="2615">
                    <a:moveTo>
                      <a:pt x="1021" y="98"/>
                    </a:moveTo>
                    <a:cubicBezTo>
                      <a:pt x="847" y="0"/>
                      <a:pt x="318" y="204"/>
                      <a:pt x="159" y="234"/>
                    </a:cubicBezTo>
                    <a:cubicBezTo>
                      <a:pt x="0" y="264"/>
                      <a:pt x="53" y="197"/>
                      <a:pt x="68" y="280"/>
                    </a:cubicBezTo>
                    <a:cubicBezTo>
                      <a:pt x="83" y="363"/>
                      <a:pt x="190" y="514"/>
                      <a:pt x="250" y="733"/>
                    </a:cubicBezTo>
                    <a:cubicBezTo>
                      <a:pt x="310" y="952"/>
                      <a:pt x="393" y="1315"/>
                      <a:pt x="431" y="1595"/>
                    </a:cubicBezTo>
                    <a:cubicBezTo>
                      <a:pt x="469" y="1875"/>
                      <a:pt x="469" y="2261"/>
                      <a:pt x="477" y="2412"/>
                    </a:cubicBezTo>
                    <a:cubicBezTo>
                      <a:pt x="485" y="2563"/>
                      <a:pt x="386" y="2487"/>
                      <a:pt x="477" y="2502"/>
                    </a:cubicBezTo>
                    <a:cubicBezTo>
                      <a:pt x="568" y="2517"/>
                      <a:pt x="915" y="2615"/>
                      <a:pt x="1021" y="2502"/>
                    </a:cubicBezTo>
                    <a:cubicBezTo>
                      <a:pt x="1127" y="2389"/>
                      <a:pt x="1082" y="2102"/>
                      <a:pt x="1112" y="1822"/>
                    </a:cubicBezTo>
                    <a:cubicBezTo>
                      <a:pt x="1142" y="1542"/>
                      <a:pt x="1210" y="1111"/>
                      <a:pt x="1202" y="824"/>
                    </a:cubicBezTo>
                    <a:cubicBezTo>
                      <a:pt x="1194" y="537"/>
                      <a:pt x="1195" y="196"/>
                      <a:pt x="1021" y="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51" name="Oval 151"/>
              <p:cNvSpPr>
                <a:spLocks noChangeArrowheads="1"/>
              </p:cNvSpPr>
              <p:nvPr/>
            </p:nvSpPr>
            <p:spPr bwMode="auto">
              <a:xfrm rot="-1344446">
                <a:off x="4555" y="1597"/>
                <a:ext cx="363" cy="4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2" name="Oval 152"/>
              <p:cNvSpPr>
                <a:spLocks noChangeArrowheads="1"/>
              </p:cNvSpPr>
              <p:nvPr/>
            </p:nvSpPr>
            <p:spPr bwMode="auto">
              <a:xfrm rot="-1344446">
                <a:off x="4618" y="1593"/>
                <a:ext cx="227" cy="317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3" name="Oval 153"/>
              <p:cNvSpPr>
                <a:spLocks noChangeArrowheads="1"/>
              </p:cNvSpPr>
              <p:nvPr/>
            </p:nvSpPr>
            <p:spPr bwMode="auto">
              <a:xfrm rot="-1344446">
                <a:off x="4646" y="1597"/>
                <a:ext cx="136" cy="227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grpSp>
            <p:nvGrpSpPr>
              <p:cNvPr id="54" name="Group 154"/>
              <p:cNvGrpSpPr>
                <a:grpSpLocks/>
              </p:cNvGrpSpPr>
              <p:nvPr/>
            </p:nvGrpSpPr>
            <p:grpSpPr bwMode="auto">
              <a:xfrm>
                <a:off x="3963" y="1720"/>
                <a:ext cx="409" cy="458"/>
                <a:chOff x="3963" y="1720"/>
                <a:chExt cx="409" cy="458"/>
              </a:xfrm>
            </p:grpSpPr>
            <p:sp>
              <p:nvSpPr>
                <p:cNvPr id="67" name="Oval 155"/>
                <p:cNvSpPr>
                  <a:spLocks noChangeArrowheads="1"/>
                </p:cNvSpPr>
                <p:nvPr/>
              </p:nvSpPr>
              <p:spPr bwMode="auto">
                <a:xfrm rot="-1344446">
                  <a:off x="3963" y="1725"/>
                  <a:ext cx="409" cy="4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8" name="Oval 156"/>
                <p:cNvSpPr>
                  <a:spLocks noChangeArrowheads="1"/>
                </p:cNvSpPr>
                <p:nvPr/>
              </p:nvSpPr>
              <p:spPr bwMode="auto">
                <a:xfrm rot="-1344446">
                  <a:off x="4038" y="1720"/>
                  <a:ext cx="255" cy="317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9" name="Oval 157"/>
                <p:cNvSpPr>
                  <a:spLocks noChangeArrowheads="1"/>
                </p:cNvSpPr>
                <p:nvPr/>
              </p:nvSpPr>
              <p:spPr bwMode="auto">
                <a:xfrm rot="-1344446">
                  <a:off x="4071" y="1724"/>
                  <a:ext cx="153" cy="227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</p:grpSp>
          <p:sp>
            <p:nvSpPr>
              <p:cNvPr id="55" name="Freeform 158"/>
              <p:cNvSpPr>
                <a:spLocks/>
              </p:cNvSpPr>
              <p:nvPr/>
            </p:nvSpPr>
            <p:spPr bwMode="auto">
              <a:xfrm>
                <a:off x="4378" y="1434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"/>
              <p:cNvSpPr>
                <a:spLocks/>
              </p:cNvSpPr>
              <p:nvPr/>
            </p:nvSpPr>
            <p:spPr bwMode="auto">
              <a:xfrm rot="19787321" flipH="1">
                <a:off x="3788" y="1570"/>
                <a:ext cx="530" cy="181"/>
              </a:xfrm>
              <a:custGeom>
                <a:avLst/>
                <a:gdLst>
                  <a:gd name="T0" fmla="*/ 16 w 802"/>
                  <a:gd name="T1" fmla="*/ 0 h 506"/>
                  <a:gd name="T2" fmla="*/ 19 w 802"/>
                  <a:gd name="T3" fmla="*/ 0 h 506"/>
                  <a:gd name="T4" fmla="*/ 13 w 802"/>
                  <a:gd name="T5" fmla="*/ 0 h 506"/>
                  <a:gd name="T6" fmla="*/ 6 w 802"/>
                  <a:gd name="T7" fmla="*/ 0 h 506"/>
                  <a:gd name="T8" fmla="*/ 1 w 802"/>
                  <a:gd name="T9" fmla="*/ 0 h 506"/>
                  <a:gd name="T10" fmla="*/ 5 w 802"/>
                  <a:gd name="T11" fmla="*/ 0 h 506"/>
                  <a:gd name="T12" fmla="*/ 9 w 802"/>
                  <a:gd name="T13" fmla="*/ 0 h 506"/>
                  <a:gd name="T14" fmla="*/ 1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Oval 160"/>
              <p:cNvSpPr>
                <a:spLocks noChangeArrowheads="1"/>
              </p:cNvSpPr>
              <p:nvPr/>
            </p:nvSpPr>
            <p:spPr bwMode="auto">
              <a:xfrm rot="-1206573">
                <a:off x="4423" y="2069"/>
                <a:ext cx="317" cy="136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58" name="Freeform 161"/>
              <p:cNvSpPr>
                <a:spLocks/>
              </p:cNvSpPr>
              <p:nvPr/>
            </p:nvSpPr>
            <p:spPr bwMode="auto">
              <a:xfrm>
                <a:off x="3108" y="301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E65CC2"/>
                  </a:gs>
                  <a:gs pos="100000">
                    <a:srgbClr val="E7E2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62"/>
              <p:cNvSpPr>
                <a:spLocks/>
              </p:cNvSpPr>
              <p:nvPr/>
            </p:nvSpPr>
            <p:spPr bwMode="auto">
              <a:xfrm>
                <a:off x="3244" y="1071"/>
                <a:ext cx="1822" cy="665"/>
              </a:xfrm>
              <a:custGeom>
                <a:avLst/>
                <a:gdLst/>
                <a:ahLst/>
                <a:cxnLst>
                  <a:cxn ang="0">
                    <a:pos x="1822" y="159"/>
                  </a:cxn>
                  <a:cxn ang="0">
                    <a:pos x="1731" y="295"/>
                  </a:cxn>
                  <a:cxn ang="0">
                    <a:pos x="1504" y="250"/>
                  </a:cxn>
                  <a:cxn ang="0">
                    <a:pos x="1277" y="295"/>
                  </a:cxn>
                  <a:cxn ang="0">
                    <a:pos x="1187" y="386"/>
                  </a:cxn>
                  <a:cxn ang="0">
                    <a:pos x="915" y="295"/>
                  </a:cxn>
                  <a:cxn ang="0">
                    <a:pos x="733" y="386"/>
                  </a:cxn>
                  <a:cxn ang="0">
                    <a:pos x="552" y="522"/>
                  </a:cxn>
                  <a:cxn ang="0">
                    <a:pos x="416" y="477"/>
                  </a:cxn>
                  <a:cxn ang="0">
                    <a:pos x="325" y="477"/>
                  </a:cxn>
                  <a:cxn ang="0">
                    <a:pos x="143" y="658"/>
                  </a:cxn>
                  <a:cxn ang="0">
                    <a:pos x="53" y="522"/>
                  </a:cxn>
                  <a:cxn ang="0">
                    <a:pos x="7" y="477"/>
                  </a:cxn>
                  <a:cxn ang="0">
                    <a:pos x="98" y="250"/>
                  </a:cxn>
                  <a:cxn ang="0">
                    <a:pos x="143" y="204"/>
                  </a:cxn>
                  <a:cxn ang="0">
                    <a:pos x="370" y="159"/>
                  </a:cxn>
                  <a:cxn ang="0">
                    <a:pos x="552" y="159"/>
                  </a:cxn>
                  <a:cxn ang="0">
                    <a:pos x="688" y="114"/>
                  </a:cxn>
                  <a:cxn ang="0">
                    <a:pos x="915" y="114"/>
                  </a:cxn>
                  <a:cxn ang="0">
                    <a:pos x="1096" y="68"/>
                  </a:cxn>
                  <a:cxn ang="0">
                    <a:pos x="1187" y="23"/>
                  </a:cxn>
                  <a:cxn ang="0">
                    <a:pos x="1323" y="114"/>
                  </a:cxn>
                  <a:cxn ang="0">
                    <a:pos x="1640" y="23"/>
                  </a:cxn>
                  <a:cxn ang="0">
                    <a:pos x="1776" y="250"/>
                  </a:cxn>
                </a:cxnLst>
                <a:rect l="0" t="0" r="r" b="b"/>
                <a:pathLst>
                  <a:path w="1822" h="665">
                    <a:moveTo>
                      <a:pt x="1822" y="159"/>
                    </a:moveTo>
                    <a:cubicBezTo>
                      <a:pt x="1803" y="219"/>
                      <a:pt x="1784" y="280"/>
                      <a:pt x="1731" y="295"/>
                    </a:cubicBezTo>
                    <a:cubicBezTo>
                      <a:pt x="1678" y="310"/>
                      <a:pt x="1580" y="250"/>
                      <a:pt x="1504" y="250"/>
                    </a:cubicBezTo>
                    <a:cubicBezTo>
                      <a:pt x="1428" y="250"/>
                      <a:pt x="1330" y="272"/>
                      <a:pt x="1277" y="295"/>
                    </a:cubicBezTo>
                    <a:cubicBezTo>
                      <a:pt x="1224" y="318"/>
                      <a:pt x="1247" y="386"/>
                      <a:pt x="1187" y="386"/>
                    </a:cubicBezTo>
                    <a:cubicBezTo>
                      <a:pt x="1127" y="386"/>
                      <a:pt x="991" y="295"/>
                      <a:pt x="915" y="295"/>
                    </a:cubicBezTo>
                    <a:cubicBezTo>
                      <a:pt x="839" y="295"/>
                      <a:pt x="793" y="348"/>
                      <a:pt x="733" y="386"/>
                    </a:cubicBezTo>
                    <a:cubicBezTo>
                      <a:pt x="673" y="424"/>
                      <a:pt x="605" y="507"/>
                      <a:pt x="552" y="522"/>
                    </a:cubicBezTo>
                    <a:cubicBezTo>
                      <a:pt x="499" y="537"/>
                      <a:pt x="454" y="484"/>
                      <a:pt x="416" y="477"/>
                    </a:cubicBezTo>
                    <a:cubicBezTo>
                      <a:pt x="378" y="470"/>
                      <a:pt x="370" y="447"/>
                      <a:pt x="325" y="477"/>
                    </a:cubicBezTo>
                    <a:cubicBezTo>
                      <a:pt x="280" y="507"/>
                      <a:pt x="188" y="651"/>
                      <a:pt x="143" y="658"/>
                    </a:cubicBezTo>
                    <a:cubicBezTo>
                      <a:pt x="98" y="665"/>
                      <a:pt x="76" y="552"/>
                      <a:pt x="53" y="522"/>
                    </a:cubicBezTo>
                    <a:cubicBezTo>
                      <a:pt x="30" y="492"/>
                      <a:pt x="0" y="522"/>
                      <a:pt x="7" y="477"/>
                    </a:cubicBezTo>
                    <a:cubicBezTo>
                      <a:pt x="14" y="432"/>
                      <a:pt x="75" y="295"/>
                      <a:pt x="98" y="250"/>
                    </a:cubicBezTo>
                    <a:cubicBezTo>
                      <a:pt x="121" y="205"/>
                      <a:pt x="98" y="219"/>
                      <a:pt x="143" y="204"/>
                    </a:cubicBezTo>
                    <a:cubicBezTo>
                      <a:pt x="188" y="189"/>
                      <a:pt x="302" y="166"/>
                      <a:pt x="370" y="159"/>
                    </a:cubicBezTo>
                    <a:cubicBezTo>
                      <a:pt x="438" y="152"/>
                      <a:pt x="499" y="166"/>
                      <a:pt x="552" y="159"/>
                    </a:cubicBezTo>
                    <a:cubicBezTo>
                      <a:pt x="605" y="152"/>
                      <a:pt x="628" y="121"/>
                      <a:pt x="688" y="114"/>
                    </a:cubicBezTo>
                    <a:cubicBezTo>
                      <a:pt x="748" y="107"/>
                      <a:pt x="847" y="122"/>
                      <a:pt x="915" y="114"/>
                    </a:cubicBezTo>
                    <a:cubicBezTo>
                      <a:pt x="983" y="106"/>
                      <a:pt x="1051" y="83"/>
                      <a:pt x="1096" y="68"/>
                    </a:cubicBezTo>
                    <a:cubicBezTo>
                      <a:pt x="1141" y="53"/>
                      <a:pt x="1149" y="15"/>
                      <a:pt x="1187" y="23"/>
                    </a:cubicBezTo>
                    <a:cubicBezTo>
                      <a:pt x="1225" y="31"/>
                      <a:pt x="1248" y="114"/>
                      <a:pt x="1323" y="114"/>
                    </a:cubicBezTo>
                    <a:cubicBezTo>
                      <a:pt x="1398" y="114"/>
                      <a:pt x="1565" y="0"/>
                      <a:pt x="1640" y="23"/>
                    </a:cubicBezTo>
                    <a:cubicBezTo>
                      <a:pt x="1715" y="46"/>
                      <a:pt x="1745" y="148"/>
                      <a:pt x="1776" y="250"/>
                    </a:cubicBezTo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50000">
                    <a:srgbClr val="993366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100000"/>
                  </a:lnSpc>
                  <a:defRPr/>
                </a:pPr>
                <a:endParaRPr lang="en-US" b="0" dirty="0">
                  <a:solidFill>
                    <a:schemeClr val="tx1"/>
                  </a:solidFill>
                  <a:cs typeface="Courier New" pitchFamily="49" charset="0"/>
                </a:endParaRPr>
              </a:p>
            </p:txBody>
          </p:sp>
          <p:sp>
            <p:nvSpPr>
              <p:cNvPr id="60" name="Freeform 163"/>
              <p:cNvSpPr>
                <a:spLocks/>
              </p:cNvSpPr>
              <p:nvPr/>
            </p:nvSpPr>
            <p:spPr bwMode="auto">
              <a:xfrm>
                <a:off x="3244" y="346"/>
                <a:ext cx="1914" cy="945"/>
              </a:xfrm>
              <a:custGeom>
                <a:avLst/>
                <a:gdLst>
                  <a:gd name="T0" fmla="*/ 1521 w 1914"/>
                  <a:gd name="T1" fmla="*/ 0 h 945"/>
                  <a:gd name="T2" fmla="*/ 1611 w 1914"/>
                  <a:gd name="T3" fmla="*/ 226 h 945"/>
                  <a:gd name="T4" fmla="*/ 1067 w 1914"/>
                  <a:gd name="T5" fmla="*/ 272 h 945"/>
                  <a:gd name="T6" fmla="*/ 1067 w 1914"/>
                  <a:gd name="T7" fmla="*/ 544 h 945"/>
                  <a:gd name="T8" fmla="*/ 1702 w 1914"/>
                  <a:gd name="T9" fmla="*/ 499 h 945"/>
                  <a:gd name="T10" fmla="*/ 1793 w 1914"/>
                  <a:gd name="T11" fmla="*/ 680 h 945"/>
                  <a:gd name="T12" fmla="*/ 976 w 1914"/>
                  <a:gd name="T13" fmla="*/ 771 h 945"/>
                  <a:gd name="T14" fmla="*/ 523 w 1914"/>
                  <a:gd name="T15" fmla="*/ 816 h 945"/>
                  <a:gd name="T16" fmla="*/ 114 w 1914"/>
                  <a:gd name="T17" fmla="*/ 907 h 945"/>
                  <a:gd name="T18" fmla="*/ 114 w 1914"/>
                  <a:gd name="T19" fmla="*/ 589 h 945"/>
                  <a:gd name="T20" fmla="*/ 795 w 1914"/>
                  <a:gd name="T21" fmla="*/ 499 h 945"/>
                  <a:gd name="T22" fmla="*/ 659 w 1914"/>
                  <a:gd name="T23" fmla="*/ 272 h 945"/>
                  <a:gd name="T24" fmla="*/ 885 w 1914"/>
                  <a:gd name="T25" fmla="*/ 90 h 945"/>
                  <a:gd name="T26" fmla="*/ 1611 w 1914"/>
                  <a:gd name="T27" fmla="*/ 45 h 9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14"/>
                  <a:gd name="T43" fmla="*/ 0 h 945"/>
                  <a:gd name="T44" fmla="*/ 1914 w 1914"/>
                  <a:gd name="T45" fmla="*/ 945 h 9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14" h="945">
                    <a:moveTo>
                      <a:pt x="1521" y="0"/>
                    </a:moveTo>
                    <a:cubicBezTo>
                      <a:pt x="1604" y="90"/>
                      <a:pt x="1687" y="181"/>
                      <a:pt x="1611" y="226"/>
                    </a:cubicBezTo>
                    <a:cubicBezTo>
                      <a:pt x="1535" y="271"/>
                      <a:pt x="1158" y="219"/>
                      <a:pt x="1067" y="272"/>
                    </a:cubicBezTo>
                    <a:cubicBezTo>
                      <a:pt x="976" y="325"/>
                      <a:pt x="961" y="506"/>
                      <a:pt x="1067" y="544"/>
                    </a:cubicBezTo>
                    <a:cubicBezTo>
                      <a:pt x="1173" y="582"/>
                      <a:pt x="1581" y="476"/>
                      <a:pt x="1702" y="499"/>
                    </a:cubicBezTo>
                    <a:cubicBezTo>
                      <a:pt x="1823" y="522"/>
                      <a:pt x="1914" y="635"/>
                      <a:pt x="1793" y="680"/>
                    </a:cubicBezTo>
                    <a:cubicBezTo>
                      <a:pt x="1672" y="725"/>
                      <a:pt x="1188" y="748"/>
                      <a:pt x="976" y="771"/>
                    </a:cubicBezTo>
                    <a:cubicBezTo>
                      <a:pt x="764" y="794"/>
                      <a:pt x="667" y="793"/>
                      <a:pt x="523" y="816"/>
                    </a:cubicBezTo>
                    <a:cubicBezTo>
                      <a:pt x="379" y="839"/>
                      <a:pt x="182" y="945"/>
                      <a:pt x="114" y="907"/>
                    </a:cubicBezTo>
                    <a:cubicBezTo>
                      <a:pt x="46" y="869"/>
                      <a:pt x="0" y="657"/>
                      <a:pt x="114" y="589"/>
                    </a:cubicBezTo>
                    <a:cubicBezTo>
                      <a:pt x="228" y="521"/>
                      <a:pt x="704" y="552"/>
                      <a:pt x="795" y="499"/>
                    </a:cubicBezTo>
                    <a:cubicBezTo>
                      <a:pt x="886" y="446"/>
                      <a:pt x="644" y="340"/>
                      <a:pt x="659" y="272"/>
                    </a:cubicBezTo>
                    <a:cubicBezTo>
                      <a:pt x="674" y="204"/>
                      <a:pt x="726" y="128"/>
                      <a:pt x="885" y="90"/>
                    </a:cubicBezTo>
                    <a:cubicBezTo>
                      <a:pt x="1044" y="52"/>
                      <a:pt x="1327" y="48"/>
                      <a:pt x="1611" y="45"/>
                    </a:cubicBezTo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100000">
                    <a:srgbClr val="30F06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64"/>
              <p:cNvSpPr>
                <a:spLocks/>
              </p:cNvSpPr>
              <p:nvPr/>
            </p:nvSpPr>
            <p:spPr bwMode="auto">
              <a:xfrm>
                <a:off x="3969" y="2343"/>
                <a:ext cx="998" cy="513"/>
              </a:xfrm>
              <a:custGeom>
                <a:avLst/>
                <a:gdLst>
                  <a:gd name="T0" fmla="*/ 975 w 998"/>
                  <a:gd name="T1" fmla="*/ 49 h 559"/>
                  <a:gd name="T2" fmla="*/ 794 w 998"/>
                  <a:gd name="T3" fmla="*/ 28 h 559"/>
                  <a:gd name="T4" fmla="*/ 567 w 998"/>
                  <a:gd name="T5" fmla="*/ 6 h 559"/>
                  <a:gd name="T6" fmla="*/ 295 w 998"/>
                  <a:gd name="T7" fmla="*/ 70 h 559"/>
                  <a:gd name="T8" fmla="*/ 23 w 998"/>
                  <a:gd name="T9" fmla="*/ 174 h 559"/>
                  <a:gd name="T10" fmla="*/ 159 w 998"/>
                  <a:gd name="T11" fmla="*/ 174 h 559"/>
                  <a:gd name="T12" fmla="*/ 295 w 998"/>
                  <a:gd name="T13" fmla="*/ 174 h 559"/>
                  <a:gd name="T14" fmla="*/ 658 w 998"/>
                  <a:gd name="T15" fmla="*/ 238 h 559"/>
                  <a:gd name="T16" fmla="*/ 975 w 998"/>
                  <a:gd name="T17" fmla="*/ 49 h 5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98"/>
                  <a:gd name="T28" fmla="*/ 0 h 559"/>
                  <a:gd name="T29" fmla="*/ 998 w 998"/>
                  <a:gd name="T30" fmla="*/ 559 h 5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98" h="559">
                    <a:moveTo>
                      <a:pt x="975" y="106"/>
                    </a:moveTo>
                    <a:cubicBezTo>
                      <a:pt x="998" y="30"/>
                      <a:pt x="862" y="75"/>
                      <a:pt x="794" y="60"/>
                    </a:cubicBezTo>
                    <a:cubicBezTo>
                      <a:pt x="726" y="45"/>
                      <a:pt x="650" y="0"/>
                      <a:pt x="567" y="15"/>
                    </a:cubicBezTo>
                    <a:cubicBezTo>
                      <a:pt x="484" y="30"/>
                      <a:pt x="386" y="91"/>
                      <a:pt x="295" y="151"/>
                    </a:cubicBezTo>
                    <a:cubicBezTo>
                      <a:pt x="204" y="211"/>
                      <a:pt x="46" y="340"/>
                      <a:pt x="23" y="378"/>
                    </a:cubicBezTo>
                    <a:cubicBezTo>
                      <a:pt x="0" y="416"/>
                      <a:pt x="114" y="378"/>
                      <a:pt x="159" y="378"/>
                    </a:cubicBezTo>
                    <a:cubicBezTo>
                      <a:pt x="204" y="378"/>
                      <a:pt x="212" y="355"/>
                      <a:pt x="295" y="378"/>
                    </a:cubicBezTo>
                    <a:cubicBezTo>
                      <a:pt x="378" y="401"/>
                      <a:pt x="545" y="559"/>
                      <a:pt x="658" y="514"/>
                    </a:cubicBezTo>
                    <a:cubicBezTo>
                      <a:pt x="771" y="469"/>
                      <a:pt x="952" y="182"/>
                      <a:pt x="975" y="106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165"/>
              <p:cNvGrpSpPr>
                <a:grpSpLocks/>
              </p:cNvGrpSpPr>
              <p:nvPr/>
            </p:nvGrpSpPr>
            <p:grpSpPr bwMode="auto">
              <a:xfrm rot="1204419">
                <a:off x="4378" y="2524"/>
                <a:ext cx="363" cy="273"/>
                <a:chOff x="2925" y="2659"/>
                <a:chExt cx="317" cy="273"/>
              </a:xfrm>
            </p:grpSpPr>
            <p:sp>
              <p:nvSpPr>
                <p:cNvPr id="65" name="Oval 166"/>
                <p:cNvSpPr>
                  <a:spLocks noChangeArrowheads="1"/>
                </p:cNvSpPr>
                <p:nvPr/>
              </p:nvSpPr>
              <p:spPr bwMode="auto">
                <a:xfrm rot="-1808483">
                  <a:off x="2925" y="2659"/>
                  <a:ext cx="317" cy="273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7200" b="0">
                    <a:cs typeface="Courier New" pitchFamily="49" charset="0"/>
                  </a:endParaRPr>
                </a:p>
              </p:txBody>
            </p:sp>
            <p:sp>
              <p:nvSpPr>
                <p:cNvPr id="66" name="Freeform 167"/>
                <p:cNvSpPr>
                  <a:spLocks/>
                </p:cNvSpPr>
                <p:nvPr/>
              </p:nvSpPr>
              <p:spPr bwMode="auto">
                <a:xfrm>
                  <a:off x="2971" y="2743"/>
                  <a:ext cx="227" cy="143"/>
                </a:xfrm>
                <a:custGeom>
                  <a:avLst/>
                  <a:gdLst>
                    <a:gd name="T0" fmla="*/ 227 w 227"/>
                    <a:gd name="T1" fmla="*/ 213 h 136"/>
                    <a:gd name="T2" fmla="*/ 136 w 227"/>
                    <a:gd name="T3" fmla="*/ 70 h 136"/>
                    <a:gd name="T4" fmla="*/ 0 w 227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36"/>
                    <a:gd name="T11" fmla="*/ 227 w 2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36">
                      <a:moveTo>
                        <a:pt x="227" y="136"/>
                      </a:moveTo>
                      <a:cubicBezTo>
                        <a:pt x="200" y="102"/>
                        <a:pt x="174" y="68"/>
                        <a:pt x="136" y="45"/>
                      </a:cubicBezTo>
                      <a:cubicBezTo>
                        <a:pt x="98" y="22"/>
                        <a:pt x="49" y="11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Rectangle 168"/>
              <p:cNvSpPr>
                <a:spLocks noChangeArrowheads="1"/>
              </p:cNvSpPr>
              <p:nvPr/>
            </p:nvSpPr>
            <p:spPr bwMode="auto">
              <a:xfrm rot="-1261349">
                <a:off x="4423" y="2388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  <p:sp>
            <p:nvSpPr>
              <p:cNvPr id="64" name="Rectangle 169"/>
              <p:cNvSpPr>
                <a:spLocks noChangeArrowheads="1"/>
              </p:cNvSpPr>
              <p:nvPr/>
            </p:nvSpPr>
            <p:spPr bwMode="auto">
              <a:xfrm rot="-1261349">
                <a:off x="4514" y="2341"/>
                <a:ext cx="95" cy="1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7200" b="0">
                  <a:cs typeface="Courier New" pitchFamily="49" charset="0"/>
                </a:endParaRPr>
              </a:p>
            </p:txBody>
          </p:sp>
        </p:grpSp>
        <p:grpSp>
          <p:nvGrpSpPr>
            <p:cNvPr id="12" name="Group 323"/>
            <p:cNvGrpSpPr>
              <a:grpSpLocks/>
            </p:cNvGrpSpPr>
            <p:nvPr/>
          </p:nvGrpSpPr>
          <p:grpSpPr bwMode="auto">
            <a:xfrm>
              <a:off x="169864" y="2449639"/>
              <a:ext cx="1295286" cy="1081087"/>
              <a:chOff x="1565" y="528"/>
              <a:chExt cx="2883" cy="1852"/>
            </a:xfrm>
          </p:grpSpPr>
          <p:grpSp>
            <p:nvGrpSpPr>
              <p:cNvPr id="31" name="Group 324"/>
              <p:cNvGrpSpPr>
                <a:grpSpLocks/>
              </p:cNvGrpSpPr>
              <p:nvPr/>
            </p:nvGrpSpPr>
            <p:grpSpPr bwMode="auto">
              <a:xfrm>
                <a:off x="2154" y="935"/>
                <a:ext cx="429" cy="637"/>
                <a:chOff x="1201" y="527"/>
                <a:chExt cx="375" cy="637"/>
              </a:xfrm>
            </p:grpSpPr>
            <p:sp>
              <p:nvSpPr>
                <p:cNvPr id="46" name="Oval 325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7" name="Oval 326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8" name="Oval 327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sp>
            <p:nvSpPr>
              <p:cNvPr id="32" name="Oval 328"/>
              <p:cNvSpPr>
                <a:spLocks noChangeArrowheads="1"/>
              </p:cNvSpPr>
              <p:nvPr/>
            </p:nvSpPr>
            <p:spPr bwMode="auto">
              <a:xfrm rot="-1344446">
                <a:off x="3288" y="766"/>
                <a:ext cx="439" cy="626"/>
              </a:xfrm>
              <a:prstGeom prst="ellipse">
                <a:avLst/>
              </a:prstGeom>
              <a:solidFill>
                <a:srgbClr val="9FE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3" name="Oval 329"/>
              <p:cNvSpPr>
                <a:spLocks noChangeArrowheads="1"/>
              </p:cNvSpPr>
              <p:nvPr/>
            </p:nvSpPr>
            <p:spPr bwMode="auto">
              <a:xfrm rot="-1344446">
                <a:off x="3379" y="754"/>
                <a:ext cx="272" cy="441"/>
              </a:xfrm>
              <a:prstGeom prst="ellipse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4" name="Oval 330"/>
              <p:cNvSpPr>
                <a:spLocks noChangeArrowheads="1"/>
              </p:cNvSpPr>
              <p:nvPr/>
            </p:nvSpPr>
            <p:spPr bwMode="auto">
              <a:xfrm rot="-1344446">
                <a:off x="3419" y="754"/>
                <a:ext cx="160" cy="313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7200">
                  <a:solidFill>
                    <a:srgbClr val="CC0000"/>
                  </a:solidFill>
                  <a:cs typeface="Traditional Arabic" pitchFamily="18" charset="-78"/>
                </a:endParaRPr>
              </a:p>
            </p:txBody>
          </p:sp>
          <p:sp>
            <p:nvSpPr>
              <p:cNvPr id="35" name="Freeform 331"/>
              <p:cNvSpPr>
                <a:spLocks/>
              </p:cNvSpPr>
              <p:nvPr/>
            </p:nvSpPr>
            <p:spPr bwMode="auto">
              <a:xfrm rot="19787321" flipH="1">
                <a:off x="1844" y="799"/>
                <a:ext cx="605" cy="181"/>
              </a:xfrm>
              <a:custGeom>
                <a:avLst/>
                <a:gdLst>
                  <a:gd name="T0" fmla="*/ 118 w 802"/>
                  <a:gd name="T1" fmla="*/ 0 h 506"/>
                  <a:gd name="T2" fmla="*/ 144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5 w 802"/>
                  <a:gd name="T11" fmla="*/ 0 h 506"/>
                  <a:gd name="T12" fmla="*/ 69 w 802"/>
                  <a:gd name="T13" fmla="*/ 0 h 506"/>
                  <a:gd name="T14" fmla="*/ 136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32"/>
              <p:cNvSpPr>
                <a:spLocks/>
              </p:cNvSpPr>
              <p:nvPr/>
            </p:nvSpPr>
            <p:spPr bwMode="auto">
              <a:xfrm>
                <a:off x="3133" y="528"/>
                <a:ext cx="606" cy="181"/>
              </a:xfrm>
              <a:custGeom>
                <a:avLst/>
                <a:gdLst>
                  <a:gd name="T0" fmla="*/ 119 w 802"/>
                  <a:gd name="T1" fmla="*/ 0 h 506"/>
                  <a:gd name="T2" fmla="*/ 145 w 802"/>
                  <a:gd name="T3" fmla="*/ 0 h 506"/>
                  <a:gd name="T4" fmla="*/ 94 w 802"/>
                  <a:gd name="T5" fmla="*/ 0 h 506"/>
                  <a:gd name="T6" fmla="*/ 43 w 802"/>
                  <a:gd name="T7" fmla="*/ 1 h 506"/>
                  <a:gd name="T8" fmla="*/ 2 w 802"/>
                  <a:gd name="T9" fmla="*/ 1 h 506"/>
                  <a:gd name="T10" fmla="*/ 36 w 802"/>
                  <a:gd name="T11" fmla="*/ 0 h 506"/>
                  <a:gd name="T12" fmla="*/ 69 w 802"/>
                  <a:gd name="T13" fmla="*/ 0 h 506"/>
                  <a:gd name="T14" fmla="*/ 137 w 802"/>
                  <a:gd name="T15" fmla="*/ 0 h 5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02"/>
                  <a:gd name="T25" fmla="*/ 0 h 506"/>
                  <a:gd name="T26" fmla="*/ 802 w 802"/>
                  <a:gd name="T27" fmla="*/ 506 h 5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02" h="506">
                    <a:moveTo>
                      <a:pt x="643" y="0"/>
                    </a:moveTo>
                    <a:cubicBezTo>
                      <a:pt x="722" y="76"/>
                      <a:pt x="802" y="152"/>
                      <a:pt x="779" y="182"/>
                    </a:cubicBezTo>
                    <a:cubicBezTo>
                      <a:pt x="756" y="212"/>
                      <a:pt x="598" y="167"/>
                      <a:pt x="507" y="182"/>
                    </a:cubicBezTo>
                    <a:cubicBezTo>
                      <a:pt x="416" y="197"/>
                      <a:pt x="318" y="219"/>
                      <a:pt x="235" y="272"/>
                    </a:cubicBezTo>
                    <a:cubicBezTo>
                      <a:pt x="152" y="325"/>
                      <a:pt x="16" y="506"/>
                      <a:pt x="8" y="499"/>
                    </a:cubicBezTo>
                    <a:cubicBezTo>
                      <a:pt x="0" y="492"/>
                      <a:pt x="129" y="287"/>
                      <a:pt x="189" y="227"/>
                    </a:cubicBezTo>
                    <a:cubicBezTo>
                      <a:pt x="249" y="167"/>
                      <a:pt x="280" y="166"/>
                      <a:pt x="371" y="136"/>
                    </a:cubicBezTo>
                    <a:cubicBezTo>
                      <a:pt x="462" y="106"/>
                      <a:pt x="598" y="76"/>
                      <a:pt x="734" y="46"/>
                    </a:cubicBezTo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33"/>
              <p:cNvSpPr>
                <a:spLocks/>
              </p:cNvSpPr>
              <p:nvPr/>
            </p:nvSpPr>
            <p:spPr bwMode="auto">
              <a:xfrm>
                <a:off x="1565" y="1208"/>
                <a:ext cx="2747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334"/>
              <p:cNvSpPr>
                <a:spLocks/>
              </p:cNvSpPr>
              <p:nvPr/>
            </p:nvSpPr>
            <p:spPr bwMode="auto">
              <a:xfrm>
                <a:off x="1701" y="1117"/>
                <a:ext cx="2747" cy="1218"/>
              </a:xfrm>
              <a:custGeom>
                <a:avLst/>
                <a:gdLst>
                  <a:gd name="T0" fmla="*/ 5232 w 2404"/>
                  <a:gd name="T1" fmla="*/ 77 h 1172"/>
                  <a:gd name="T2" fmla="*/ 4528 w 2404"/>
                  <a:gd name="T3" fmla="*/ 133 h 1172"/>
                  <a:gd name="T4" fmla="*/ 4426 w 2404"/>
                  <a:gd name="T5" fmla="*/ 420 h 1172"/>
                  <a:gd name="T6" fmla="*/ 4326 w 2404"/>
                  <a:gd name="T7" fmla="*/ 648 h 1172"/>
                  <a:gd name="T8" fmla="*/ 3213 w 2404"/>
                  <a:gd name="T9" fmla="*/ 764 h 1172"/>
                  <a:gd name="T10" fmla="*/ 1399 w 2404"/>
                  <a:gd name="T11" fmla="*/ 821 h 1172"/>
                  <a:gd name="T12" fmla="*/ 891 w 2404"/>
                  <a:gd name="T13" fmla="*/ 420 h 1172"/>
                  <a:gd name="T14" fmla="*/ 83 w 2404"/>
                  <a:gd name="T15" fmla="*/ 534 h 1172"/>
                  <a:gd name="T16" fmla="*/ 386 w 2404"/>
                  <a:gd name="T17" fmla="*/ 991 h 1172"/>
                  <a:gd name="T18" fmla="*/ 793 w 2404"/>
                  <a:gd name="T19" fmla="*/ 1276 h 1172"/>
                  <a:gd name="T20" fmla="*/ 1701 w 2404"/>
                  <a:gd name="T21" fmla="*/ 1449 h 1172"/>
                  <a:gd name="T22" fmla="*/ 3516 w 2404"/>
                  <a:gd name="T23" fmla="*/ 1449 h 1172"/>
                  <a:gd name="T24" fmla="*/ 4831 w 2404"/>
                  <a:gd name="T25" fmla="*/ 1276 h 1172"/>
                  <a:gd name="T26" fmla="*/ 5232 w 2404"/>
                  <a:gd name="T27" fmla="*/ 590 h 1172"/>
                  <a:gd name="T28" fmla="*/ 5232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00"/>
                  </a:gs>
                  <a:gs pos="50000">
                    <a:srgbClr val="F35BE1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" name="Group 335"/>
              <p:cNvGrpSpPr>
                <a:grpSpLocks/>
              </p:cNvGrpSpPr>
              <p:nvPr/>
            </p:nvGrpSpPr>
            <p:grpSpPr bwMode="auto">
              <a:xfrm rot="327135">
                <a:off x="2758" y="1888"/>
                <a:ext cx="1036" cy="317"/>
                <a:chOff x="1655" y="3203"/>
                <a:chExt cx="1104" cy="382"/>
              </a:xfrm>
            </p:grpSpPr>
            <p:sp>
              <p:nvSpPr>
                <p:cNvPr id="43" name="Freeform 33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3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3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39"/>
              <p:cNvGrpSpPr>
                <a:grpSpLocks/>
              </p:cNvGrpSpPr>
              <p:nvPr/>
            </p:nvGrpSpPr>
            <p:grpSpPr bwMode="auto">
              <a:xfrm rot="-222804">
                <a:off x="2653" y="754"/>
                <a:ext cx="351" cy="338"/>
                <a:chOff x="2696" y="703"/>
                <a:chExt cx="351" cy="338"/>
              </a:xfrm>
            </p:grpSpPr>
            <p:sp>
              <p:nvSpPr>
                <p:cNvPr id="41" name="Oval 340"/>
                <p:cNvSpPr>
                  <a:spLocks noChangeArrowheads="1"/>
                </p:cNvSpPr>
                <p:nvPr/>
              </p:nvSpPr>
              <p:spPr bwMode="auto">
                <a:xfrm rot="-1699184">
                  <a:off x="2833" y="703"/>
                  <a:ext cx="214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42" name="Oval 341"/>
                <p:cNvSpPr>
                  <a:spLocks noChangeArrowheads="1"/>
                </p:cNvSpPr>
                <p:nvPr/>
              </p:nvSpPr>
              <p:spPr bwMode="auto">
                <a:xfrm rot="-1699184">
                  <a:off x="2696" y="745"/>
                  <a:ext cx="226" cy="29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99"/>
                    </a:gs>
                    <a:gs pos="100000">
                      <a:srgbClr val="EABD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  <p:grpSp>
          <p:nvGrpSpPr>
            <p:cNvPr id="16" name="Group 342"/>
            <p:cNvGrpSpPr>
              <a:grpSpLocks/>
            </p:cNvGrpSpPr>
            <p:nvPr/>
          </p:nvGrpSpPr>
          <p:grpSpPr bwMode="auto">
            <a:xfrm>
              <a:off x="118676" y="3818064"/>
              <a:ext cx="1513283" cy="1152525"/>
              <a:chOff x="703" y="2115"/>
              <a:chExt cx="2540" cy="1698"/>
            </a:xfrm>
          </p:grpSpPr>
          <p:sp>
            <p:nvSpPr>
              <p:cNvPr id="17" name="Freeform 343"/>
              <p:cNvSpPr>
                <a:spLocks/>
              </p:cNvSpPr>
              <p:nvPr/>
            </p:nvSpPr>
            <p:spPr bwMode="auto">
              <a:xfrm>
                <a:off x="703" y="2206"/>
                <a:ext cx="2404" cy="1172"/>
              </a:xfrm>
              <a:custGeom>
                <a:avLst/>
                <a:gdLst/>
                <a:ahLst/>
                <a:cxnLst>
                  <a:cxn ang="0">
                    <a:pos x="2351" y="61"/>
                  </a:cxn>
                  <a:cxn ang="0">
                    <a:pos x="2034" y="106"/>
                  </a:cxn>
                  <a:cxn ang="0">
                    <a:pos x="1988" y="333"/>
                  </a:cxn>
                  <a:cxn ang="0">
                    <a:pos x="1943" y="514"/>
                  </a:cxn>
                  <a:cxn ang="0">
                    <a:pos x="1444" y="605"/>
                  </a:cxn>
                  <a:cxn ang="0">
                    <a:pos x="628" y="650"/>
                  </a:cxn>
                  <a:cxn ang="0">
                    <a:pos x="401" y="333"/>
                  </a:cxn>
                  <a:cxn ang="0">
                    <a:pos x="38" y="424"/>
                  </a:cxn>
                  <a:cxn ang="0">
                    <a:pos x="174" y="787"/>
                  </a:cxn>
                  <a:cxn ang="0">
                    <a:pos x="356" y="1013"/>
                  </a:cxn>
                  <a:cxn ang="0">
                    <a:pos x="764" y="1149"/>
                  </a:cxn>
                  <a:cxn ang="0">
                    <a:pos x="1580" y="1149"/>
                  </a:cxn>
                  <a:cxn ang="0">
                    <a:pos x="2170" y="1013"/>
                  </a:cxn>
                  <a:cxn ang="0">
                    <a:pos x="2351" y="469"/>
                  </a:cxn>
                  <a:cxn ang="0">
                    <a:pos x="2351" y="61"/>
                  </a:cxn>
                </a:cxnLst>
                <a:rect l="0" t="0" r="r" b="b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5F527"/>
                  </a:gs>
                  <a:gs pos="50000">
                    <a:schemeClr val="accent2"/>
                  </a:gs>
                  <a:gs pos="100000">
                    <a:srgbClr val="B5F52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" name="Freeform 344"/>
              <p:cNvSpPr>
                <a:spLocks/>
              </p:cNvSpPr>
              <p:nvPr/>
            </p:nvSpPr>
            <p:spPr bwMode="auto">
              <a:xfrm>
                <a:off x="839" y="2115"/>
                <a:ext cx="2404" cy="1218"/>
              </a:xfrm>
              <a:custGeom>
                <a:avLst/>
                <a:gdLst>
                  <a:gd name="T0" fmla="*/ 2351 w 2404"/>
                  <a:gd name="T1" fmla="*/ 77 h 1172"/>
                  <a:gd name="T2" fmla="*/ 2034 w 2404"/>
                  <a:gd name="T3" fmla="*/ 133 h 1172"/>
                  <a:gd name="T4" fmla="*/ 1988 w 2404"/>
                  <a:gd name="T5" fmla="*/ 420 h 1172"/>
                  <a:gd name="T6" fmla="*/ 1943 w 2404"/>
                  <a:gd name="T7" fmla="*/ 648 h 1172"/>
                  <a:gd name="T8" fmla="*/ 1444 w 2404"/>
                  <a:gd name="T9" fmla="*/ 764 h 1172"/>
                  <a:gd name="T10" fmla="*/ 628 w 2404"/>
                  <a:gd name="T11" fmla="*/ 821 h 1172"/>
                  <a:gd name="T12" fmla="*/ 401 w 2404"/>
                  <a:gd name="T13" fmla="*/ 420 h 1172"/>
                  <a:gd name="T14" fmla="*/ 38 w 2404"/>
                  <a:gd name="T15" fmla="*/ 534 h 1172"/>
                  <a:gd name="T16" fmla="*/ 174 w 2404"/>
                  <a:gd name="T17" fmla="*/ 991 h 1172"/>
                  <a:gd name="T18" fmla="*/ 356 w 2404"/>
                  <a:gd name="T19" fmla="*/ 1276 h 1172"/>
                  <a:gd name="T20" fmla="*/ 764 w 2404"/>
                  <a:gd name="T21" fmla="*/ 1449 h 1172"/>
                  <a:gd name="T22" fmla="*/ 1580 w 2404"/>
                  <a:gd name="T23" fmla="*/ 1449 h 1172"/>
                  <a:gd name="T24" fmla="*/ 2170 w 2404"/>
                  <a:gd name="T25" fmla="*/ 1276 h 1172"/>
                  <a:gd name="T26" fmla="*/ 2351 w 2404"/>
                  <a:gd name="T27" fmla="*/ 590 h 1172"/>
                  <a:gd name="T28" fmla="*/ 2351 w 2404"/>
                  <a:gd name="T29" fmla="*/ 77 h 117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04"/>
                  <a:gd name="T46" fmla="*/ 0 h 1172"/>
                  <a:gd name="T47" fmla="*/ 2404 w 2404"/>
                  <a:gd name="T48" fmla="*/ 1172 h 117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04" h="1172">
                    <a:moveTo>
                      <a:pt x="2351" y="61"/>
                    </a:moveTo>
                    <a:cubicBezTo>
                      <a:pt x="2298" y="0"/>
                      <a:pt x="2094" y="61"/>
                      <a:pt x="2034" y="106"/>
                    </a:cubicBezTo>
                    <a:cubicBezTo>
                      <a:pt x="1974" y="151"/>
                      <a:pt x="2003" y="265"/>
                      <a:pt x="1988" y="333"/>
                    </a:cubicBezTo>
                    <a:cubicBezTo>
                      <a:pt x="1973" y="401"/>
                      <a:pt x="2034" y="469"/>
                      <a:pt x="1943" y="514"/>
                    </a:cubicBezTo>
                    <a:cubicBezTo>
                      <a:pt x="1852" y="559"/>
                      <a:pt x="1663" y="582"/>
                      <a:pt x="1444" y="605"/>
                    </a:cubicBezTo>
                    <a:cubicBezTo>
                      <a:pt x="1225" y="628"/>
                      <a:pt x="802" y="695"/>
                      <a:pt x="628" y="650"/>
                    </a:cubicBezTo>
                    <a:cubicBezTo>
                      <a:pt x="454" y="605"/>
                      <a:pt x="499" y="371"/>
                      <a:pt x="401" y="333"/>
                    </a:cubicBezTo>
                    <a:cubicBezTo>
                      <a:pt x="303" y="295"/>
                      <a:pt x="76" y="349"/>
                      <a:pt x="38" y="424"/>
                    </a:cubicBezTo>
                    <a:cubicBezTo>
                      <a:pt x="0" y="499"/>
                      <a:pt x="121" y="689"/>
                      <a:pt x="174" y="787"/>
                    </a:cubicBezTo>
                    <a:cubicBezTo>
                      <a:pt x="227" y="885"/>
                      <a:pt x="258" y="953"/>
                      <a:pt x="356" y="1013"/>
                    </a:cubicBezTo>
                    <a:cubicBezTo>
                      <a:pt x="454" y="1073"/>
                      <a:pt x="560" y="1126"/>
                      <a:pt x="764" y="1149"/>
                    </a:cubicBezTo>
                    <a:cubicBezTo>
                      <a:pt x="968" y="1172"/>
                      <a:pt x="1346" y="1172"/>
                      <a:pt x="1580" y="1149"/>
                    </a:cubicBezTo>
                    <a:cubicBezTo>
                      <a:pt x="1814" y="1126"/>
                      <a:pt x="2041" y="1126"/>
                      <a:pt x="2170" y="1013"/>
                    </a:cubicBezTo>
                    <a:cubicBezTo>
                      <a:pt x="2299" y="900"/>
                      <a:pt x="2328" y="628"/>
                      <a:pt x="2351" y="469"/>
                    </a:cubicBezTo>
                    <a:cubicBezTo>
                      <a:pt x="2374" y="310"/>
                      <a:pt x="2404" y="122"/>
                      <a:pt x="2351" y="6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345"/>
              <p:cNvGrpSpPr>
                <a:grpSpLocks/>
              </p:cNvGrpSpPr>
              <p:nvPr/>
            </p:nvGrpSpPr>
            <p:grpSpPr bwMode="auto">
              <a:xfrm rot="-142600">
                <a:off x="1746" y="3431"/>
                <a:ext cx="1104" cy="382"/>
                <a:chOff x="1655" y="3203"/>
                <a:chExt cx="1104" cy="382"/>
              </a:xfrm>
            </p:grpSpPr>
            <p:sp>
              <p:nvSpPr>
                <p:cNvPr id="28" name="Freeform 346"/>
                <p:cNvSpPr>
                  <a:spLocks/>
                </p:cNvSpPr>
                <p:nvPr/>
              </p:nvSpPr>
              <p:spPr bwMode="auto">
                <a:xfrm>
                  <a:off x="2109" y="3203"/>
                  <a:ext cx="650" cy="287"/>
                </a:xfrm>
                <a:custGeom>
                  <a:avLst/>
                  <a:gdLst>
                    <a:gd name="T0" fmla="*/ 597 w 650"/>
                    <a:gd name="T1" fmla="*/ 189 h 287"/>
                    <a:gd name="T2" fmla="*/ 416 w 650"/>
                    <a:gd name="T3" fmla="*/ 99 h 287"/>
                    <a:gd name="T4" fmla="*/ 189 w 650"/>
                    <a:gd name="T5" fmla="*/ 8 h 287"/>
                    <a:gd name="T6" fmla="*/ 53 w 650"/>
                    <a:gd name="T7" fmla="*/ 144 h 287"/>
                    <a:gd name="T8" fmla="*/ 98 w 650"/>
                    <a:gd name="T9" fmla="*/ 280 h 287"/>
                    <a:gd name="T10" fmla="*/ 597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347"/>
                <p:cNvSpPr>
                  <a:spLocks/>
                </p:cNvSpPr>
                <p:nvPr/>
              </p:nvSpPr>
              <p:spPr bwMode="auto">
                <a:xfrm rot="20219854" flipH="1">
                  <a:off x="1655" y="3294"/>
                  <a:ext cx="560" cy="287"/>
                </a:xfrm>
                <a:custGeom>
                  <a:avLst/>
                  <a:gdLst>
                    <a:gd name="T0" fmla="*/ 244 w 650"/>
                    <a:gd name="T1" fmla="*/ 189 h 287"/>
                    <a:gd name="T2" fmla="*/ 169 w 650"/>
                    <a:gd name="T3" fmla="*/ 99 h 287"/>
                    <a:gd name="T4" fmla="*/ 78 w 650"/>
                    <a:gd name="T5" fmla="*/ 8 h 287"/>
                    <a:gd name="T6" fmla="*/ 22 w 650"/>
                    <a:gd name="T7" fmla="*/ 144 h 287"/>
                    <a:gd name="T8" fmla="*/ 40 w 650"/>
                    <a:gd name="T9" fmla="*/ 280 h 287"/>
                    <a:gd name="T10" fmla="*/ 244 w 650"/>
                    <a:gd name="T11" fmla="*/ 189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50"/>
                    <a:gd name="T19" fmla="*/ 0 h 287"/>
                    <a:gd name="T20" fmla="*/ 650 w 650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50" h="287">
                      <a:moveTo>
                        <a:pt x="597" y="189"/>
                      </a:moveTo>
                      <a:cubicBezTo>
                        <a:pt x="650" y="159"/>
                        <a:pt x="484" y="129"/>
                        <a:pt x="416" y="99"/>
                      </a:cubicBezTo>
                      <a:cubicBezTo>
                        <a:pt x="348" y="69"/>
                        <a:pt x="250" y="0"/>
                        <a:pt x="189" y="8"/>
                      </a:cubicBezTo>
                      <a:cubicBezTo>
                        <a:pt x="128" y="16"/>
                        <a:pt x="68" y="99"/>
                        <a:pt x="53" y="144"/>
                      </a:cubicBezTo>
                      <a:cubicBezTo>
                        <a:pt x="38" y="189"/>
                        <a:pt x="0" y="273"/>
                        <a:pt x="98" y="280"/>
                      </a:cubicBezTo>
                      <a:cubicBezTo>
                        <a:pt x="196" y="287"/>
                        <a:pt x="544" y="219"/>
                        <a:pt x="597" y="18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08418"/>
                    </a:gs>
                    <a:gs pos="100000">
                      <a:srgbClr val="FF00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348"/>
                <p:cNvSpPr>
                  <a:spLocks/>
                </p:cNvSpPr>
                <p:nvPr/>
              </p:nvSpPr>
              <p:spPr bwMode="auto">
                <a:xfrm rot="-255057">
                  <a:off x="1746" y="3339"/>
                  <a:ext cx="907" cy="246"/>
                </a:xfrm>
                <a:custGeom>
                  <a:avLst/>
                  <a:gdLst>
                    <a:gd name="T0" fmla="*/ 736 w 923"/>
                    <a:gd name="T1" fmla="*/ 7 h 241"/>
                    <a:gd name="T2" fmla="*/ 653 w 923"/>
                    <a:gd name="T3" fmla="*/ 213 h 241"/>
                    <a:gd name="T4" fmla="*/ 246 w 923"/>
                    <a:gd name="T5" fmla="*/ 264 h 241"/>
                    <a:gd name="T6" fmla="*/ 82 w 923"/>
                    <a:gd name="T7" fmla="*/ 162 h 241"/>
                    <a:gd name="T8" fmla="*/ 736 w 923"/>
                    <a:gd name="T9" fmla="*/ 7 h 2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3"/>
                    <a:gd name="T16" fmla="*/ 0 h 241"/>
                    <a:gd name="T17" fmla="*/ 923 w 923"/>
                    <a:gd name="T18" fmla="*/ 241 h 2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3" h="241">
                      <a:moveTo>
                        <a:pt x="817" y="7"/>
                      </a:moveTo>
                      <a:cubicBezTo>
                        <a:pt x="923" y="14"/>
                        <a:pt x="817" y="151"/>
                        <a:pt x="726" y="189"/>
                      </a:cubicBezTo>
                      <a:cubicBezTo>
                        <a:pt x="635" y="227"/>
                        <a:pt x="379" y="241"/>
                        <a:pt x="273" y="234"/>
                      </a:cubicBezTo>
                      <a:cubicBezTo>
                        <a:pt x="167" y="227"/>
                        <a:pt x="0" y="174"/>
                        <a:pt x="91" y="144"/>
                      </a:cubicBezTo>
                      <a:cubicBezTo>
                        <a:pt x="182" y="114"/>
                        <a:pt x="711" y="0"/>
                        <a:pt x="817" y="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0000"/>
                    </a:gs>
                    <a:gs pos="100000">
                      <a:srgbClr val="FF99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49"/>
              <p:cNvGrpSpPr>
                <a:grpSpLocks/>
              </p:cNvGrpSpPr>
              <p:nvPr/>
            </p:nvGrpSpPr>
            <p:grpSpPr bwMode="auto">
              <a:xfrm>
                <a:off x="1791" y="2840"/>
                <a:ext cx="272" cy="408"/>
                <a:chOff x="1201" y="527"/>
                <a:chExt cx="375" cy="637"/>
              </a:xfrm>
            </p:grpSpPr>
            <p:sp>
              <p:nvSpPr>
                <p:cNvPr id="25" name="Oval 350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6" name="Oval 351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7" name="Oval 352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  <p:grpSp>
            <p:nvGrpSpPr>
              <p:cNvPr id="21" name="Group 353"/>
              <p:cNvGrpSpPr>
                <a:grpSpLocks/>
              </p:cNvGrpSpPr>
              <p:nvPr/>
            </p:nvGrpSpPr>
            <p:grpSpPr bwMode="auto">
              <a:xfrm>
                <a:off x="2154" y="2795"/>
                <a:ext cx="318" cy="408"/>
                <a:chOff x="1201" y="527"/>
                <a:chExt cx="375" cy="637"/>
              </a:xfrm>
            </p:grpSpPr>
            <p:sp>
              <p:nvSpPr>
                <p:cNvPr id="22" name="Oval 354"/>
                <p:cNvSpPr>
                  <a:spLocks noChangeArrowheads="1"/>
                </p:cNvSpPr>
                <p:nvPr/>
              </p:nvSpPr>
              <p:spPr bwMode="auto">
                <a:xfrm rot="-1344446">
                  <a:off x="1201" y="539"/>
                  <a:ext cx="375" cy="625"/>
                </a:xfrm>
                <a:prstGeom prst="ellipse">
                  <a:avLst/>
                </a:prstGeom>
                <a:solidFill>
                  <a:srgbClr val="ABE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3" name="Oval 355"/>
                <p:cNvSpPr>
                  <a:spLocks noChangeArrowheads="1"/>
                </p:cNvSpPr>
                <p:nvPr/>
              </p:nvSpPr>
              <p:spPr bwMode="auto">
                <a:xfrm rot="-1344446">
                  <a:off x="1278" y="527"/>
                  <a:ext cx="232" cy="440"/>
                </a:xfrm>
                <a:prstGeom prst="ellipse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  <p:sp>
              <p:nvSpPr>
                <p:cNvPr id="24" name="Oval 356"/>
                <p:cNvSpPr>
                  <a:spLocks noChangeArrowheads="1"/>
                </p:cNvSpPr>
                <p:nvPr/>
              </p:nvSpPr>
              <p:spPr bwMode="auto">
                <a:xfrm rot="-1344446">
                  <a:off x="1316" y="530"/>
                  <a:ext cx="136" cy="312"/>
                </a:xfrm>
                <a:prstGeom prst="ellipse">
                  <a:avLst/>
                </a:prstGeom>
                <a:solidFill>
                  <a:srgbClr val="33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7200">
                    <a:solidFill>
                      <a:srgbClr val="CC0000"/>
                    </a:solidFill>
                    <a:cs typeface="Traditional Arabic" pitchFamily="18" charset="-7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492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10674</TotalTime>
  <Words>114</Words>
  <Application>Microsoft Office PowerPoint</Application>
  <PresentationFormat>On-screen Show (4:3)</PresentationFormat>
  <Paragraphs>73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Agency FB</vt:lpstr>
      <vt:lpstr>Andalus</vt:lpstr>
      <vt:lpstr>Antique Olive Roman</vt:lpstr>
      <vt:lpstr>Aparajita</vt:lpstr>
      <vt:lpstr>Arial</vt:lpstr>
      <vt:lpstr>Bodoni MT</vt:lpstr>
      <vt:lpstr>Calibri</vt:lpstr>
      <vt:lpstr>Courier New</vt:lpstr>
      <vt:lpstr>Times New Roman</vt:lpstr>
      <vt:lpstr>Traditional Arabic</vt:lpstr>
      <vt:lpstr>Office Theme</vt:lpstr>
      <vt:lpstr>PowerPoint Presentation</vt:lpstr>
      <vt:lpstr>احمد</vt:lpstr>
      <vt:lpstr>خالد</vt:lpstr>
      <vt:lpstr>علي</vt:lpstr>
      <vt:lpstr>عمر</vt:lpstr>
      <vt:lpstr>محمد </vt:lpstr>
      <vt:lpstr>ابراهيم</vt:lpstr>
      <vt:lpstr> وسيم  </vt:lpstr>
      <vt:lpstr> اسماعيل </vt:lpstr>
      <vt:lpstr> سامى  </vt:lpstr>
      <vt:lpstr>PowerPoint Presentation</vt:lpstr>
      <vt:lpstr> هشام  </vt:lpstr>
      <vt:lpstr>بلال  </vt:lpstr>
      <vt:lpstr> حمزة</vt:lpstr>
      <vt:lpstr>  زين </vt:lpstr>
      <vt:lpstr>  حسان </vt:lpstr>
      <vt:lpstr>  عائشة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احمد</dc:title>
  <dc:creator>MIW EMPLOYEE</dc:creator>
  <cp:lastModifiedBy>Khalil, Mohamed</cp:lastModifiedBy>
  <cp:revision>137</cp:revision>
  <cp:lastPrinted>2014-04-01T15:51:05Z</cp:lastPrinted>
  <dcterms:created xsi:type="dcterms:W3CDTF">2014-03-31T02:24:53Z</dcterms:created>
  <dcterms:modified xsi:type="dcterms:W3CDTF">2016-02-16T04:17:09Z</dcterms:modified>
</cp:coreProperties>
</file>