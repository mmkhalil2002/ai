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1" r:id="rId4"/>
    <p:sldId id="261" r:id="rId5"/>
    <p:sldId id="260" r:id="rId6"/>
    <p:sldId id="263" r:id="rId7"/>
    <p:sldId id="264" r:id="rId8"/>
    <p:sldId id="265" r:id="rId9"/>
    <p:sldId id="266" r:id="rId10"/>
    <p:sldId id="267" r:id="rId11"/>
    <p:sldId id="275" r:id="rId12"/>
    <p:sldId id="272" r:id="rId13"/>
    <p:sldId id="274" r:id="rId14"/>
    <p:sldId id="270" r:id="rId15"/>
    <p:sldId id="26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9" autoAdjust="0"/>
    <p:restoredTop sz="94660"/>
  </p:normalViewPr>
  <p:slideViewPr>
    <p:cSldViewPr snapToGrid="0">
      <p:cViewPr varScale="1">
        <p:scale>
          <a:sx n="82" d="100"/>
          <a:sy n="82" d="100"/>
        </p:scale>
        <p:origin x="8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0F53C3-DE49-2434-3A64-181A8C69E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2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854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F88F8-148F-8B51-0AE4-AAC0DB647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58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3B174-B23D-0E45-2CC0-B56A9574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108FA9-CD8B-3FEB-8671-6567977C2D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82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94FC-32EE-72F1-92D6-6EAD55388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963400" cy="716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D9C9F-EB3F-09E1-2FA6-EDAF38CA9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B60814E-FC80-AD6E-1201-CF6674CA9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14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8A7C62-E56D-BE92-EC56-AD0F5A56C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37EF8A-481C-BB6A-6027-9F98480DCD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39274B-2DF9-E326-1761-27E4DE574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BA86FD-F50A-4C1F-FA70-3811CF6825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8AAF21-F4CA-76BD-475E-7E17866A9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7" y="0"/>
            <a:ext cx="118754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02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0CA370-C74D-F1C1-0B99-62519844A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7" y="0"/>
            <a:ext cx="119692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51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AAFFCF-E3D6-8CC0-A64A-A49315094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33" y="0"/>
            <a:ext cx="120087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51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4E66-3677-875E-7920-8E93CCEF9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5E8E0A8-DB5E-AC0C-6AB2-CF48E179A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099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690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B7EFA5-9A19-BCD5-8FBF-FD07D60A6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3DF56-B549-A03B-7BE1-77941190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68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3400</TotalTime>
  <Words>0</Words>
  <Application>Microsoft Office PowerPoint</Application>
  <PresentationFormat>Widescreen</PresentationFormat>
  <Paragraphs>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32</cp:revision>
  <dcterms:created xsi:type="dcterms:W3CDTF">2026-10-10T17:54:32Z</dcterms:created>
  <dcterms:modified xsi:type="dcterms:W3CDTF">2026-10-13T14:51:40Z</dcterms:modified>
</cp:coreProperties>
</file>