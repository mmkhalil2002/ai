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60" r:id="rId6"/>
    <p:sldId id="263" r:id="rId7"/>
    <p:sldId id="264" r:id="rId8"/>
    <p:sldId id="265" r:id="rId9"/>
    <p:sldId id="266" r:id="rId10"/>
    <p:sldId id="276" r:id="rId11"/>
    <p:sldId id="267" r:id="rId12"/>
    <p:sldId id="275" r:id="rId13"/>
    <p:sldId id="272" r:id="rId14"/>
    <p:sldId id="274" r:id="rId15"/>
    <p:sldId id="270" r:id="rId16"/>
    <p:sldId id="26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>
        <p:scale>
          <a:sx n="81" d="100"/>
          <a:sy n="8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7C827C0-C821-8CD8-59CB-71D5DB635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7EB68C-1103-7A92-6DED-AAA8C84320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A86FD-F50A-4C1F-FA70-3811CF682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4E66-3677-875E-7920-8E93CCEF9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E8E0A8-DB5E-AC0C-6AB2-CF48E179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099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6905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B7EFA5-9A19-BCD5-8FBF-FD07D60A6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3572</TotalTime>
  <Words>0</Words>
  <Application>Microsoft Office PowerPoint</Application>
  <PresentationFormat>Widescreen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36</cp:revision>
  <dcterms:created xsi:type="dcterms:W3CDTF">2026-10-10T17:54:32Z</dcterms:created>
  <dcterms:modified xsi:type="dcterms:W3CDTF">2026-10-13T17:43:09Z</dcterms:modified>
</cp:coreProperties>
</file>