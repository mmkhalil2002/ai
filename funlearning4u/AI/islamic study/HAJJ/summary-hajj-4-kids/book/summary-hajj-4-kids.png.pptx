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68" r:id="rId2"/>
    <p:sldId id="269" r:id="rId3"/>
    <p:sldId id="271" r:id="rId4"/>
    <p:sldId id="277" r:id="rId5"/>
    <p:sldId id="260" r:id="rId6"/>
    <p:sldId id="261" r:id="rId7"/>
    <p:sldId id="264" r:id="rId8"/>
    <p:sldId id="281" r:id="rId9"/>
    <p:sldId id="263" r:id="rId10"/>
    <p:sldId id="266" r:id="rId11"/>
    <p:sldId id="265" r:id="rId12"/>
    <p:sldId id="267" r:id="rId13"/>
    <p:sldId id="276" r:id="rId14"/>
    <p:sldId id="280" r:id="rId15"/>
    <p:sldId id="279" r:id="rId16"/>
    <p:sldId id="262" r:id="rId17"/>
    <p:sldId id="275" r:id="rId18"/>
    <p:sldId id="272" r:id="rId19"/>
    <p:sldId id="274" r:id="rId20"/>
    <p:sldId id="273" r:id="rId21"/>
  </p:sldIdLst>
  <p:sldSz cx="12192000" cy="6858000"/>
  <p:notesSz cx="6950075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69" autoAdjust="0"/>
    <p:restoredTop sz="94660"/>
  </p:normalViewPr>
  <p:slideViewPr>
    <p:cSldViewPr snapToGrid="0">
      <p:cViewPr>
        <p:scale>
          <a:sx n="81" d="100"/>
          <a:sy n="8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7000" y="0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8F7203-26DB-4538-B241-F49A28294677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325" y="4445000"/>
            <a:ext cx="5559425" cy="363696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525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7000" y="8772525"/>
            <a:ext cx="3011488" cy="4635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2E357C-86FF-4E55-9C91-05BCF1EECB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685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52E357C-86FF-4E55-9C91-05BCF1EECBB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7058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472AF-06E2-5F3F-4E53-E1D220FC8C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349676-5B5F-3D5E-63C5-895E125BEB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EB202-9E59-3B01-BA68-9D064125A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AC8AFE-E0D0-3483-898B-8EA8AA2E9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1194A2-C018-A6CA-6B17-BF23F9AD6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867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BB60E-F82E-B335-E145-6A6E4280B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97C42-E88A-21DA-A1C2-703130A94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13B1A6-89F2-E3E9-9682-B705F07C7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4E305-5E25-604A-766C-7304971641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04F122-8115-A9D5-529D-04EA5334B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7787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D01EB-AA83-F208-DF38-DBFBDC34D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1DE94D-F04D-702D-D4A2-90F7C788C7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9700D-22D7-5CDA-3F79-024E5DC61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8A2174-D252-B75E-E360-E08F13F1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742096-F967-987D-E660-E012F1939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26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D13AF-A401-C62C-3A96-DC8D1F112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0D118-0196-F716-AE6A-174A21DC6C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5B7DC-D59E-5D70-3D11-56D1E8608C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DD3F4A-583D-50CA-6AAE-B3C65CE52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E3B579-C66B-1239-E605-7E7FC9DAB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DE549-B13A-2B07-4512-C7ABAC98B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191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7CFAB-B22F-2494-9365-F27B23FED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6D1EB-783C-A246-3FA9-5398E31D12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C65835-BB48-D9EF-3C07-1200DF4FCC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88240D-01AD-F140-E7B1-6926347D50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52DAEA-39F2-2AE9-EBF1-4EC484D9C9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B509C7-662C-3142-577A-D28C39676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4F7F3D-A992-0C11-E2C8-0A7722A53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BFC8B7-66E1-31DD-2E83-763264FE4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195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5CA39-2B82-29FE-B097-2EC96966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0D84AE-1E4B-FB63-983F-E044E82523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B54ABF-9FE4-EFE3-11E5-0FC58CE2C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56F2D6-7FF9-4E89-E33B-C0D0FCB7B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82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099AF2-B776-2E8A-B2F4-3D6D966CB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FBAEE6-855F-9030-ABD1-67B1847E5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D837B-9EB7-A8EC-96AA-7C5FF5D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008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0467B-4048-27D4-8B34-5F5D956C9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65B7C-C438-F13E-CFED-820DC9B99C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3632E3-A730-CEF0-0C68-B68BC05AA5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D5D60E-7178-926D-0B82-E78FBFB8FE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0F00D-B221-AA5C-71AC-9E43C2C7A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AC8F58-0172-08E3-F30C-A1F83D3C5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673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99B80-36ED-0632-B20F-56C3BBA3D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9C6E11-8BEE-1613-83D9-23A8A105EA5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ABA859-06A4-429B-2B49-E2D908CA3B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38D83A-ADE7-8763-1EB7-E929B3A95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D3BACA-EE67-A437-A210-7EA3815C3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956DA-9AF1-C9AC-9F53-455490D91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714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82779-053B-41A2-E28B-C6829C024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2A70B-475E-BE1D-716A-60E3E11565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825D16-EABE-1A11-F3ED-9AFB47B00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E43C46-9236-1931-523B-144675472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2182C0-A374-56AD-FF26-7D446E1E7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47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83E97A0-3EC0-23A8-8DB7-195604F4DD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9627C9-A637-3C54-7E7E-F161C2BBCD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83F99-AA47-F8F1-432C-5C5C8D59C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EF10A-27AC-AB97-3759-4F8AA9AF4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CE7470-640D-0F02-B67A-B27368288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2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1CD653-1D4A-E307-66A1-A3C86CD41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787DCC-7438-4A1D-28B2-7DD56DA2A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F265C-1775-0BBB-D715-8DF4834F5D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EAD68F-37F3-4D0F-9FD2-0EF1088C3D63}" type="datetimeFigureOut">
              <a:rPr lang="en-US" smtClean="0"/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7FD2C9-7363-1041-A223-39E84564F9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257FF6-B315-60FB-EAF0-C81585A6F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B05C99-7DD9-4FA4-B51C-860BE498FB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788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0F53C3-DE49-2434-3A64-181A8C69E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725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854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FF88F8-148F-8B51-0AE4-AAC0DB647B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58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3B174-B23D-0E45-2CC0-B56A95748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108FA9-CD8B-3FEB-8671-6567977C2D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3822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38EFBB2-7DE2-D0D6-A381-CFE09640F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202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D4D9C9F-EB3F-09E1-2FA6-EDAF38CA91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139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C294FC-32EE-72F1-92D6-6EAD55388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1963400" cy="7163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7160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18A7C62-E56D-BE92-EC56-AD0F5A56CD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7671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B40914F-2439-7F37-A2C3-5F7FAA0B8C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189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BB60814E-FC80-AD6E-1201-CF6674CA9F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9148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39274B-2DF9-E326-1761-27E4DE5746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356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73D4CD3-1583-BBDF-ED20-3FD0BC187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3454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2449FF68-3FFC-0160-FC35-E508739023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189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83DED31-8ADD-243F-9788-D56F26C9D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8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84312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78C511-C1AD-AC52-7579-94EAA60693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9314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4B75435-CBD0-9A67-F944-0EC628C13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8180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239086-561B-CD15-5DF3-75CE2A05E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985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8AAF21-F4CA-76BD-475E-7E17866A99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07" y="0"/>
            <a:ext cx="1187547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7002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0CA370-C74D-F1C1-0B99-62519844A4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507" y="0"/>
            <a:ext cx="1196926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5513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AAFFCF-E3D6-8CC0-A64A-A493150945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33" y="0"/>
            <a:ext cx="120087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41514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B3DF56-B549-A03B-7BE1-77941190A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068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5521</TotalTime>
  <Words>1</Words>
  <Application>Microsoft Office PowerPoint</Application>
  <PresentationFormat>Widescreen</PresentationFormat>
  <Paragraphs>1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mohamed khalil</dc:creator>
  <cp:lastModifiedBy>mohamed khalil</cp:lastModifiedBy>
  <cp:revision>65</cp:revision>
  <cp:lastPrinted>2026-10-17T02:30:55Z</cp:lastPrinted>
  <dcterms:created xsi:type="dcterms:W3CDTF">2026-10-10T17:54:32Z</dcterms:created>
  <dcterms:modified xsi:type="dcterms:W3CDTF">2026-10-18T21:50:24Z</dcterms:modified>
</cp:coreProperties>
</file>