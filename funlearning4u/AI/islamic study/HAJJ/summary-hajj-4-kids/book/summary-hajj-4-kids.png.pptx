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77" r:id="rId6"/>
    <p:sldId id="260" r:id="rId7"/>
    <p:sldId id="263" r:id="rId8"/>
    <p:sldId id="264" r:id="rId9"/>
    <p:sldId id="265" r:id="rId10"/>
    <p:sldId id="266" r:id="rId11"/>
    <p:sldId id="267" r:id="rId12"/>
    <p:sldId id="276" r:id="rId13"/>
    <p:sldId id="280" r:id="rId14"/>
    <p:sldId id="279" r:id="rId15"/>
    <p:sldId id="262" r:id="rId16"/>
    <p:sldId id="275" r:id="rId17"/>
    <p:sldId id="272" r:id="rId18"/>
    <p:sldId id="274" r:id="rId19"/>
    <p:sldId id="273" r:id="rId20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 varScale="1">
        <p:scale>
          <a:sx n="82" d="100"/>
          <a:sy n="82" d="100"/>
        </p:scale>
        <p:origin x="8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9E415E-8BC7-DF41-6F5C-B7B53509A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" y="0"/>
            <a:ext cx="11998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0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0A4963-BF26-BBAA-41BC-22E8893E9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06AB8C-3E9B-DC9A-C82A-364666B8E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9960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3DED31-8ADD-243F-9788-D56F26C9D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78C511-C1AD-AC52-7579-94EAA6069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31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75435-CBD0-9A67-F944-0EC628C13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18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239086-561B-CD15-5DF3-75CE2A05E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4743</TotalTime>
  <Words>0</Words>
  <Application>Microsoft Office PowerPoint</Application>
  <PresentationFormat>Widescreen</PresentationFormat>
  <Paragraphs>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59</cp:revision>
  <cp:lastPrinted>2026-10-17T02:30:55Z</cp:lastPrinted>
  <dcterms:created xsi:type="dcterms:W3CDTF">2026-10-10T17:54:32Z</dcterms:created>
  <dcterms:modified xsi:type="dcterms:W3CDTF">2026-10-18T02:47:27Z</dcterms:modified>
</cp:coreProperties>
</file>