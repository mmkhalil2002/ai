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71" r:id="rId4"/>
    <p:sldId id="261" r:id="rId5"/>
    <p:sldId id="277" r:id="rId6"/>
    <p:sldId id="260" r:id="rId7"/>
    <p:sldId id="263" r:id="rId8"/>
    <p:sldId id="264" r:id="rId9"/>
    <p:sldId id="265" r:id="rId10"/>
    <p:sldId id="266" r:id="rId11"/>
    <p:sldId id="276" r:id="rId12"/>
    <p:sldId id="267" r:id="rId13"/>
    <p:sldId id="275" r:id="rId14"/>
    <p:sldId id="272" r:id="rId15"/>
    <p:sldId id="274" r:id="rId16"/>
    <p:sldId id="270" r:id="rId17"/>
    <p:sldId id="262" r:id="rId18"/>
    <p:sldId id="278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>
        <p:scale>
          <a:sx n="50" d="100"/>
          <a:sy n="50" d="100"/>
        </p:scale>
        <p:origin x="1320" y="7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9E415E-8BC7-DF41-6F5C-B7B53509A4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" y="0"/>
            <a:ext cx="119989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20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7C827C0-C821-8CD8-59CB-71D5DB635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47EB68C-1103-7A92-6DED-AAA8C84320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31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BA86FD-F50A-4C1F-FA70-3811CF6825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34E66-3677-875E-7920-8E93CCEF9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5E8E0A8-DB5E-AC0C-6AB2-CF48E179AB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0993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690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2B7EFA5-9A19-BCD5-8FBF-FD07D60A6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91B4E6-28C7-7845-EB89-081220D39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68" y="169566"/>
            <a:ext cx="3851824" cy="47541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7725ED6-5E8E-E314-43C8-81DB56466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52" y="169566"/>
            <a:ext cx="5497170" cy="14332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ADF261-5251-8FEC-7BA5-502302DA1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491" y="1850644"/>
            <a:ext cx="5591430" cy="14332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ABFEF8-0D57-B03D-056C-6EB44B0A24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6910" y="3511212"/>
            <a:ext cx="2397139" cy="1326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D32A6F-E9DE-1B78-118D-38C6D8CE6B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118" y="5127303"/>
            <a:ext cx="1875693" cy="14024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762D131-230F-3863-E393-BB471C1C9C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2795" y="5156611"/>
            <a:ext cx="1776887" cy="14024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8E6541E-DE8C-F07A-CF42-93FA8D46B5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1472" y="5185919"/>
            <a:ext cx="1776887" cy="134383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66936A8-B56D-1A0A-EFF8-17276AD628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04665" y="5185919"/>
            <a:ext cx="1762371" cy="128521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ACA67C9-8BF5-3BB6-8C1A-84C678A1229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9408" y="5185919"/>
            <a:ext cx="1705213" cy="128521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8AD879E-A964-023B-242F-AD93F39D63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1383" y="3493778"/>
            <a:ext cx="2496538" cy="1343834"/>
          </a:xfrm>
          <a:prstGeom prst="rect">
            <a:avLst/>
          </a:prstGeom>
        </p:spPr>
      </p:pic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29F3E6EE-C1AA-8E11-A176-85D86CEF7A18}"/>
              </a:ext>
            </a:extLst>
          </p:cNvPr>
          <p:cNvSpPr/>
          <p:nvPr/>
        </p:nvSpPr>
        <p:spPr>
          <a:xfrm>
            <a:off x="6392008" y="3985846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Arrow: Striped Right 29">
            <a:extLst>
              <a:ext uri="{FF2B5EF4-FFF2-40B4-BE49-F238E27FC236}">
                <a16:creationId xmlns:a16="http://schemas.microsoft.com/office/drawing/2014/main" id="{9C1CA802-69D5-D004-2992-7B933C93EA89}"/>
              </a:ext>
            </a:extLst>
          </p:cNvPr>
          <p:cNvSpPr/>
          <p:nvPr/>
        </p:nvSpPr>
        <p:spPr>
          <a:xfrm rot="10800000">
            <a:off x="6376314" y="2514600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C20E845B-24BB-584C-1CBE-CCAD33321F5C}"/>
              </a:ext>
            </a:extLst>
          </p:cNvPr>
          <p:cNvSpPr/>
          <p:nvPr/>
        </p:nvSpPr>
        <p:spPr>
          <a:xfrm rot="10800000">
            <a:off x="8696239" y="5693712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FF179C23-D604-A594-CFD7-8C486DA36CA0}"/>
              </a:ext>
            </a:extLst>
          </p:cNvPr>
          <p:cNvSpPr/>
          <p:nvPr/>
        </p:nvSpPr>
        <p:spPr>
          <a:xfrm rot="10800000">
            <a:off x="6546783" y="5723020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Arrow: Striped Right 37">
            <a:extLst>
              <a:ext uri="{FF2B5EF4-FFF2-40B4-BE49-F238E27FC236}">
                <a16:creationId xmlns:a16="http://schemas.microsoft.com/office/drawing/2014/main" id="{69F5A346-1A78-A076-B7C2-EB8CAF61C26F}"/>
              </a:ext>
            </a:extLst>
          </p:cNvPr>
          <p:cNvSpPr/>
          <p:nvPr/>
        </p:nvSpPr>
        <p:spPr>
          <a:xfrm rot="10800000">
            <a:off x="4545275" y="5723020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Arrow: Striped Right 39">
            <a:extLst>
              <a:ext uri="{FF2B5EF4-FFF2-40B4-BE49-F238E27FC236}">
                <a16:creationId xmlns:a16="http://schemas.microsoft.com/office/drawing/2014/main" id="{6407B737-C4D3-FA05-01B5-737E6471F0C9}"/>
              </a:ext>
            </a:extLst>
          </p:cNvPr>
          <p:cNvSpPr/>
          <p:nvPr/>
        </p:nvSpPr>
        <p:spPr>
          <a:xfrm rot="10800000">
            <a:off x="2436786" y="5725951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Striped Right 41">
            <a:extLst>
              <a:ext uri="{FF2B5EF4-FFF2-40B4-BE49-F238E27FC236}">
                <a16:creationId xmlns:a16="http://schemas.microsoft.com/office/drawing/2014/main" id="{CDA122BF-EFAC-8BAE-7E1F-A53A204BC0DF}"/>
              </a:ext>
            </a:extLst>
          </p:cNvPr>
          <p:cNvSpPr/>
          <p:nvPr/>
        </p:nvSpPr>
        <p:spPr>
          <a:xfrm rot="16200000">
            <a:off x="1391549" y="4875861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Arrow: Striped Right 43">
            <a:extLst>
              <a:ext uri="{FF2B5EF4-FFF2-40B4-BE49-F238E27FC236}">
                <a16:creationId xmlns:a16="http://schemas.microsoft.com/office/drawing/2014/main" id="{DFA330BA-6894-4C37-5511-CF8FC5351854}"/>
              </a:ext>
            </a:extLst>
          </p:cNvPr>
          <p:cNvSpPr/>
          <p:nvPr/>
        </p:nvSpPr>
        <p:spPr>
          <a:xfrm>
            <a:off x="3188675" y="3985846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Arrow: Striped Right 45">
            <a:extLst>
              <a:ext uri="{FF2B5EF4-FFF2-40B4-BE49-F238E27FC236}">
                <a16:creationId xmlns:a16="http://schemas.microsoft.com/office/drawing/2014/main" id="{D863DAF0-9170-537E-784A-98305FB55AF2}"/>
              </a:ext>
            </a:extLst>
          </p:cNvPr>
          <p:cNvSpPr/>
          <p:nvPr/>
        </p:nvSpPr>
        <p:spPr>
          <a:xfrm rot="16200000">
            <a:off x="1371352" y="1644402"/>
            <a:ext cx="621323" cy="269631"/>
          </a:xfrm>
          <a:prstGeom prst="striped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D46614DA-031F-4DC7-A803-73AD43605F6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60569" y="5902097"/>
            <a:ext cx="1886213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253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3658</TotalTime>
  <Words>0</Words>
  <Application>Microsoft Office PowerPoint</Application>
  <PresentationFormat>Widescreen</PresentationFormat>
  <Paragraphs>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51</cp:revision>
  <dcterms:created xsi:type="dcterms:W3CDTF">2026-10-10T17:54:32Z</dcterms:created>
  <dcterms:modified xsi:type="dcterms:W3CDTF">2026-10-17T02:17:42Z</dcterms:modified>
</cp:coreProperties>
</file>