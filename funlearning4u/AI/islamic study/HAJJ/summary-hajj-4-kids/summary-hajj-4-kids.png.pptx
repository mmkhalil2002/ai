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1" r:id="rId4"/>
    <p:sldId id="261" r:id="rId5"/>
    <p:sldId id="277" r:id="rId6"/>
    <p:sldId id="260" r:id="rId7"/>
    <p:sldId id="263" r:id="rId8"/>
    <p:sldId id="264" r:id="rId9"/>
    <p:sldId id="265" r:id="rId10"/>
    <p:sldId id="266" r:id="rId11"/>
    <p:sldId id="276" r:id="rId12"/>
    <p:sldId id="267" r:id="rId13"/>
    <p:sldId id="275" r:id="rId14"/>
    <p:sldId id="272" r:id="rId15"/>
    <p:sldId id="274" r:id="rId16"/>
    <p:sldId id="270" r:id="rId17"/>
    <p:sldId id="26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69" autoAdjust="0"/>
    <p:restoredTop sz="94660"/>
  </p:normalViewPr>
  <p:slideViewPr>
    <p:cSldViewPr snapToGrid="0">
      <p:cViewPr varScale="1">
        <p:scale>
          <a:sx n="75" d="100"/>
          <a:sy n="75" d="100"/>
        </p:scale>
        <p:origin x="4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72AF-06E2-5F3F-4E53-E1D220FC8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349676-5B5F-3D5E-63C5-895E125BEB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EB202-9E59-3B01-BA68-9D064125A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C8AFE-E0D0-3483-898B-8EA8AA2E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194A2-C018-A6CA-6B17-BF23F9AD6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67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BB60E-F82E-B335-E145-6A6E4280B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97C42-E88A-21DA-A1C2-703130A94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3B1A6-89F2-E3E9-9682-B705F07C7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4E305-5E25-604A-766C-73049716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4F122-8115-A9D5-529D-04EA5334B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78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D01EB-AA83-F208-DF38-DBFBDC34D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DE94D-F04D-702D-D4A2-90F7C788C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9700D-22D7-5CDA-3F79-024E5DC6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A2174-D252-B75E-E360-E08F13F1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42096-F967-987D-E660-E012F193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67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D13AF-A401-C62C-3A96-DC8D1F112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0D118-0196-F716-AE6A-174A21DC6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5B7DC-D59E-5D70-3D11-56D1E8608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D3F4A-583D-50CA-6AAE-B3C65CE52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3B579-C66B-1239-E605-7E7FC9DAB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DE549-B13A-2B07-4512-C7ABAC98B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91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CFAB-B22F-2494-9365-F27B23FED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6D1EB-783C-A246-3FA9-5398E31D1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65835-BB48-D9EF-3C07-1200DF4FC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88240D-01AD-F140-E7B1-6926347D50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52DAEA-39F2-2AE9-EBF1-4EC484D9C9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B509C7-662C-3142-577A-D28C39676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4F7F3D-A992-0C11-E2C8-0A7722A5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BFC8B7-66E1-31DD-2E83-763264FE4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95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5CA39-2B82-29FE-B097-2EC96966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0D84AE-1E4B-FB63-983F-E044E8252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B54ABF-9FE4-EFE3-11E5-0FC58CE2C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6F2D6-7FF9-4E89-E33B-C0D0FCB7B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82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099AF2-B776-2E8A-B2F4-3D6D966CB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FBAEE6-855F-9030-ABD1-67B1847E5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D837B-9EB7-A8EC-96AA-7C5FF5D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008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0467B-4048-27D4-8B34-5F5D956C9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65B7C-C438-F13E-CFED-820DC9B99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632E3-A730-CEF0-0C68-B68BC05AA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5D60E-7178-926D-0B82-E78FBFB8F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0F00D-B221-AA5C-71AC-9E43C2C7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C8F58-0172-08E3-F30C-A1F83D3C5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673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99B80-36ED-0632-B20F-56C3BBA3D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9C6E11-8BEE-1613-83D9-23A8A105EA5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ABA859-06A4-429B-2B49-E2D908CA3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8D83A-ADE7-8763-1EB7-E929B3A95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3BACA-EE67-A437-A210-7EA3815C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956DA-9AF1-C9AC-9F53-455490D91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14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82779-053B-41A2-E28B-C6829C024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2A70B-475E-BE1D-716A-60E3E1156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25D16-EABE-1A11-F3ED-9AFB47B00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43C46-9236-1931-523B-144675472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182C0-A374-56AD-FF26-7D446E1E7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47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3E97A0-3EC0-23A8-8DB7-195604F4D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9627C9-A637-3C54-7E7E-F161C2BBC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83F99-AA47-F8F1-432C-5C5C8D59C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EF10A-27AC-AB97-3759-4F8AA9AF4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E7470-640D-0F02-B67A-B2736828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247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1CD653-1D4A-E307-66A1-A3C86CD41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87DCC-7438-4A1D-28B2-7DD56DA2A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F265C-1775-0BBB-D715-8DF4834F5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EAD68F-37F3-4D0F-9FD2-0EF1088C3D63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FD2C9-7363-1041-A223-39E84564F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57FF6-B315-60FB-EAF0-C81585A6F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88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0F53C3-DE49-2434-3A64-181A8C69E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2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54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FF88F8-148F-8B51-0AE4-AAC0DB647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581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3B174-B23D-0E45-2CC0-B56A95748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108FA9-CD8B-3FEB-8671-6567977C2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38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C294FC-32EE-72F1-92D6-6EAD55388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963400" cy="716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716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9E415E-8BC7-DF41-6F5C-B7B53509A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0"/>
            <a:ext cx="119989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02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4D9C9F-EB3F-09E1-2FA6-EDAF38CA9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139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B60814E-FC80-AD6E-1201-CF6674CA9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914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8A7C62-E56D-BE92-EC56-AD0F5A56C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67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C827C0-C821-8CD8-59CB-71D5DB635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45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39274B-2DF9-E326-1761-27E4DE574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56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7EB68C-1103-7A92-6DED-AAA8C8432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431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BA86FD-F50A-4C1F-FA70-3811CF682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18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8AAF21-F4CA-76BD-475E-7E17866A9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07" y="0"/>
            <a:ext cx="118754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700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0CA370-C74D-F1C1-0B99-62519844A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7" y="0"/>
            <a:ext cx="119692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551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AAFFCF-E3D6-8CC0-A64A-A49315094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3" y="0"/>
            <a:ext cx="120087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51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34E66-3677-875E-7920-8E93CCEF9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E8E0A8-DB5E-AC0C-6AB2-CF48E179A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099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690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2B7EFA5-9A19-BCD5-8FBF-FD07D60A6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98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B3DF56-B549-A03B-7BE1-77941190A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68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3574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khalil</dc:creator>
  <cp:lastModifiedBy>mohamed khalil</cp:lastModifiedBy>
  <cp:revision>37</cp:revision>
  <dcterms:created xsi:type="dcterms:W3CDTF">2026-10-10T17:54:32Z</dcterms:created>
  <dcterms:modified xsi:type="dcterms:W3CDTF">2026-10-14T17:58:29Z</dcterms:modified>
</cp:coreProperties>
</file>